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E44F6"/>
    <a:srgbClr val="004A8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444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44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44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44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50" b="1" i="0">
                <a:solidFill>
                  <a:srgbClr val="0E44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89278" y="822138"/>
            <a:ext cx="2613025" cy="70611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50" b="1" i="0">
                <a:solidFill>
                  <a:srgbClr val="0E44F6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4/15/2026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.jpg"/><Relationship Id="rId4" Type="http://schemas.openxmlformats.org/officeDocument/2006/relationships/image" Target="../media/image3.jp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jp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g"/><Relationship Id="rId3" Type="http://schemas.openxmlformats.org/officeDocument/2006/relationships/image" Target="../media/image13.jpg"/><Relationship Id="rId7" Type="http://schemas.openxmlformats.org/officeDocument/2006/relationships/image" Target="../media/image17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jpg"/><Relationship Id="rId5" Type="http://schemas.openxmlformats.org/officeDocument/2006/relationships/image" Target="../media/image15.jpg"/><Relationship Id="rId4" Type="http://schemas.openxmlformats.org/officeDocument/2006/relationships/image" Target="../media/image14.jp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jpg"/><Relationship Id="rId13" Type="http://schemas.openxmlformats.org/officeDocument/2006/relationships/image" Target="../media/image30.jpg"/><Relationship Id="rId18" Type="http://schemas.openxmlformats.org/officeDocument/2006/relationships/image" Target="../media/image35.jpg"/><Relationship Id="rId3" Type="http://schemas.openxmlformats.org/officeDocument/2006/relationships/image" Target="../media/image20.jpg"/><Relationship Id="rId7" Type="http://schemas.openxmlformats.org/officeDocument/2006/relationships/image" Target="../media/image24.jpg"/><Relationship Id="rId12" Type="http://schemas.openxmlformats.org/officeDocument/2006/relationships/image" Target="../media/image29.jpg"/><Relationship Id="rId17" Type="http://schemas.openxmlformats.org/officeDocument/2006/relationships/image" Target="../media/image34.jpg"/><Relationship Id="rId2" Type="http://schemas.openxmlformats.org/officeDocument/2006/relationships/image" Target="../media/image19.jpg"/><Relationship Id="rId16" Type="http://schemas.openxmlformats.org/officeDocument/2006/relationships/image" Target="../media/image33.jpg"/><Relationship Id="rId20" Type="http://schemas.openxmlformats.org/officeDocument/2006/relationships/image" Target="../media/image37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g"/><Relationship Id="rId11" Type="http://schemas.openxmlformats.org/officeDocument/2006/relationships/image" Target="../media/image28.jpg"/><Relationship Id="rId5" Type="http://schemas.openxmlformats.org/officeDocument/2006/relationships/image" Target="../media/image22.jpg"/><Relationship Id="rId15" Type="http://schemas.openxmlformats.org/officeDocument/2006/relationships/image" Target="../media/image32.jpg"/><Relationship Id="rId10" Type="http://schemas.openxmlformats.org/officeDocument/2006/relationships/image" Target="../media/image27.jpg"/><Relationship Id="rId19" Type="http://schemas.openxmlformats.org/officeDocument/2006/relationships/image" Target="../media/image36.jpg"/><Relationship Id="rId4" Type="http://schemas.openxmlformats.org/officeDocument/2006/relationships/image" Target="../media/image21.jpg"/><Relationship Id="rId9" Type="http://schemas.openxmlformats.org/officeDocument/2006/relationships/image" Target="../media/image26.jpg"/><Relationship Id="rId14" Type="http://schemas.openxmlformats.org/officeDocument/2006/relationships/image" Target="../media/image31.jp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jp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45.png"/><Relationship Id="rId5" Type="http://schemas.openxmlformats.org/officeDocument/2006/relationships/image" Target="../media/image44.jpg"/><Relationship Id="rId4" Type="http://schemas.openxmlformats.org/officeDocument/2006/relationships/image" Target="../media/image4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png"/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49.png"/><Relationship Id="rId4" Type="http://schemas.openxmlformats.org/officeDocument/2006/relationships/image" Target="../media/image4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6.jpg"/><Relationship Id="rId3" Type="http://schemas.openxmlformats.org/officeDocument/2006/relationships/image" Target="../media/image51.jpg"/><Relationship Id="rId7" Type="http://schemas.openxmlformats.org/officeDocument/2006/relationships/image" Target="../media/image55.jpg"/><Relationship Id="rId2" Type="http://schemas.openxmlformats.org/officeDocument/2006/relationships/image" Target="../media/image50.jp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4.jpg"/><Relationship Id="rId11" Type="http://schemas.openxmlformats.org/officeDocument/2006/relationships/image" Target="../media/image59.png"/><Relationship Id="rId5" Type="http://schemas.openxmlformats.org/officeDocument/2006/relationships/image" Target="../media/image53.jpg"/><Relationship Id="rId10" Type="http://schemas.openxmlformats.org/officeDocument/2006/relationships/image" Target="../media/image58.png"/><Relationship Id="rId4" Type="http://schemas.openxmlformats.org/officeDocument/2006/relationships/image" Target="../media/image52.jpg"/><Relationship Id="rId9" Type="http://schemas.openxmlformats.org/officeDocument/2006/relationships/image" Target="../media/image57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jpg"/><Relationship Id="rId2" Type="http://schemas.openxmlformats.org/officeDocument/2006/relationships/image" Target="../media/image60.jpg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freepik.com/" TargetMode="External"/><Relationship Id="rId3" Type="http://schemas.openxmlformats.org/officeDocument/2006/relationships/image" Target="../media/image63.jpg"/><Relationship Id="rId7" Type="http://schemas.openxmlformats.org/officeDocument/2006/relationships/hyperlink" Target="https://img.freepik.com/premium-vector/programming-language-program-code-screen-laptop-programming-coding-php-html-c-css_435184-704.jpg" TargetMode="External"/><Relationship Id="rId2" Type="http://schemas.openxmlformats.org/officeDocument/2006/relationships/image" Target="../media/image62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multipurposethemes/" TargetMode="External"/><Relationship Id="rId5" Type="http://schemas.openxmlformats.org/officeDocument/2006/relationships/hyperlink" Target="http://www.vecteezy.com/" TargetMode="External"/><Relationship Id="rId10" Type="http://schemas.openxmlformats.org/officeDocument/2006/relationships/image" Target="../media/image8.png"/><Relationship Id="rId4" Type="http://schemas.openxmlformats.org/officeDocument/2006/relationships/hyperlink" Target="https://static.vecteezy.com/system/resources/previews/043/344/346/non_2x/abstract-clean-blue-white-business-technology-background-vector.jpg" TargetMode="External"/><Relationship Id="rId9" Type="http://schemas.openxmlformats.org/officeDocument/2006/relationships/hyperlink" Target="https://upload.wikimedia.org/wikipedia/commons/6/6a/ER_Diagram_M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11276" y="3433576"/>
            <a:ext cx="865198" cy="122849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33783" y="3433576"/>
            <a:ext cx="880928" cy="12284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303482" y="3433576"/>
            <a:ext cx="1934897" cy="122849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5379956" y="3433576"/>
            <a:ext cx="880928" cy="122849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6371001" y="3417830"/>
            <a:ext cx="1289931" cy="127574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2824078" y="2574313"/>
            <a:ext cx="2834640" cy="43434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R="130175" algn="r">
              <a:lnSpc>
                <a:spcPts val="1025"/>
              </a:lnSpc>
              <a:spcBef>
                <a:spcPts val="120"/>
              </a:spcBef>
              <a:tabLst>
                <a:tab pos="628650" algn="l"/>
              </a:tabLst>
            </a:pPr>
            <a:r>
              <a:rPr sz="1000" i="1" spc="-50" dirty="0">
                <a:solidFill>
                  <a:srgbClr val="3B46C6"/>
                </a:solidFill>
                <a:latin typeface="Courier New"/>
                <a:cs typeface="Courier New"/>
              </a:rPr>
              <a:t>,</a:t>
            </a:r>
            <a:r>
              <a:rPr sz="1000" i="1" dirty="0">
                <a:solidFill>
                  <a:srgbClr val="3B46C6"/>
                </a:solidFill>
                <a:latin typeface="Courier New"/>
                <a:cs typeface="Courier New"/>
              </a:rPr>
              <a:t>	</a:t>
            </a:r>
            <a:r>
              <a:rPr sz="1000" i="1" spc="-50" dirty="0">
                <a:solidFill>
                  <a:srgbClr val="3B46C6"/>
                </a:solidFill>
                <a:latin typeface="Courier New"/>
                <a:cs typeface="Courier New"/>
              </a:rPr>
              <a:t>,</a:t>
            </a:r>
            <a:endParaRPr sz="1000" dirty="0">
              <a:latin typeface="Courier New"/>
              <a:cs typeface="Courier New"/>
            </a:endParaRPr>
          </a:p>
          <a:p>
            <a:pPr marL="12700">
              <a:lnSpc>
                <a:spcPts val="2165"/>
              </a:lnSpc>
            </a:pPr>
            <a:r>
              <a:rPr sz="1950" b="1" spc="480" dirty="0">
                <a:solidFill>
                  <a:srgbClr val="133FED"/>
                </a:solidFill>
                <a:latin typeface="Arial"/>
                <a:cs typeface="Arial"/>
              </a:rPr>
              <a:t>DOKUMENT</a:t>
            </a:r>
            <a:r>
              <a:rPr lang="hu-HU" sz="1950" b="1" spc="480" dirty="0">
                <a:solidFill>
                  <a:srgbClr val="133FED"/>
                </a:solidFill>
                <a:latin typeface="Arial"/>
                <a:cs typeface="Arial"/>
              </a:rPr>
              <a:t>ÁCIÓ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77952" y="2680630"/>
            <a:ext cx="156908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405" dirty="0">
                <a:solidFill>
                  <a:srgbClr val="133FED"/>
                </a:solidFill>
                <a:latin typeface="Arial"/>
                <a:cs typeface="Arial"/>
              </a:rPr>
              <a:t>PROJEKT</a:t>
            </a:r>
            <a:endParaRPr sz="195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1082364" y="7870240"/>
            <a:ext cx="4069715" cy="706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2680"/>
              </a:lnSpc>
              <a:spcBef>
                <a:spcPts val="95"/>
              </a:spcBef>
            </a:pPr>
            <a:r>
              <a:rPr sz="2300" b="1" spc="-10" dirty="0">
                <a:solidFill>
                  <a:srgbClr val="111626"/>
                </a:solidFill>
                <a:latin typeface="Arial"/>
                <a:cs typeface="Arial"/>
              </a:rPr>
              <a:t>K</a:t>
            </a:r>
            <a:r>
              <a:rPr lang="hu-HU" sz="2300" b="1" spc="-10" dirty="0">
                <a:solidFill>
                  <a:srgbClr val="111626"/>
                </a:solidFill>
                <a:latin typeface="Arial"/>
                <a:cs typeface="Arial"/>
              </a:rPr>
              <a:t>é</a:t>
            </a:r>
            <a:r>
              <a:rPr sz="2300" b="1" spc="-10" dirty="0" err="1">
                <a:solidFill>
                  <a:srgbClr val="111626"/>
                </a:solidFill>
                <a:latin typeface="Arial"/>
                <a:cs typeface="Arial"/>
              </a:rPr>
              <a:t>szitett</a:t>
            </a:r>
            <a:r>
              <a:rPr lang="hu-HU" sz="2300" b="1" spc="-10" dirty="0">
                <a:solidFill>
                  <a:srgbClr val="111626"/>
                </a:solidFill>
                <a:latin typeface="Arial"/>
                <a:cs typeface="Arial"/>
              </a:rPr>
              <a:t>é</a:t>
            </a:r>
            <a:r>
              <a:rPr sz="2300" b="1" spc="-10" dirty="0">
                <a:solidFill>
                  <a:srgbClr val="111626"/>
                </a:solidFill>
                <a:latin typeface="Arial"/>
                <a:cs typeface="Arial"/>
              </a:rPr>
              <a:t>k:</a:t>
            </a:r>
            <a:endParaRPr sz="2300" dirty="0">
              <a:latin typeface="Arial"/>
              <a:cs typeface="Arial"/>
            </a:endParaRPr>
          </a:p>
          <a:p>
            <a:pPr marL="12700">
              <a:lnSpc>
                <a:spcPts val="2680"/>
              </a:lnSpc>
            </a:pP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Svelta</a:t>
            </a:r>
            <a:r>
              <a:rPr sz="2300" spc="105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Levente,</a:t>
            </a:r>
            <a:r>
              <a:rPr sz="2300" spc="265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Szarvas</a:t>
            </a:r>
            <a:r>
              <a:rPr sz="2300" spc="245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11626"/>
                </a:solidFill>
                <a:latin typeface="Arial"/>
                <a:cs typeface="Arial"/>
              </a:rPr>
              <a:t>Milan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5754142" y="7870240"/>
            <a:ext cx="5036185" cy="6985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0320">
              <a:lnSpc>
                <a:spcPts val="2650"/>
              </a:lnSpc>
              <a:spcBef>
                <a:spcPts val="95"/>
              </a:spcBef>
            </a:pPr>
            <a:r>
              <a:rPr sz="2300" b="1" spc="-10" dirty="0">
                <a:solidFill>
                  <a:srgbClr val="111626"/>
                </a:solidFill>
                <a:latin typeface="Arial"/>
                <a:cs typeface="Arial"/>
              </a:rPr>
              <a:t>T</a:t>
            </a:r>
            <a:r>
              <a:rPr lang="hu-HU" sz="2300" b="1" spc="-10" dirty="0">
                <a:solidFill>
                  <a:srgbClr val="111626"/>
                </a:solidFill>
                <a:latin typeface="Arial"/>
                <a:cs typeface="Arial"/>
              </a:rPr>
              <a:t>é</a:t>
            </a:r>
            <a:r>
              <a:rPr sz="2300" b="1" spc="-10" dirty="0" err="1">
                <a:solidFill>
                  <a:srgbClr val="111626"/>
                </a:solidFill>
                <a:latin typeface="Arial"/>
                <a:cs typeface="Arial"/>
              </a:rPr>
              <a:t>mavezet</a:t>
            </a:r>
            <a:r>
              <a:rPr lang="hu-HU" sz="2300" b="1" spc="-10" dirty="0">
                <a:solidFill>
                  <a:srgbClr val="111626"/>
                </a:solidFill>
                <a:latin typeface="Arial"/>
                <a:cs typeface="Arial"/>
              </a:rPr>
              <a:t>ő</a:t>
            </a:r>
            <a:r>
              <a:rPr sz="2300" b="1" spc="-10" dirty="0">
                <a:solidFill>
                  <a:srgbClr val="111626"/>
                </a:solidFill>
                <a:latin typeface="Arial"/>
                <a:cs typeface="Arial"/>
              </a:rPr>
              <a:t>:</a:t>
            </a:r>
            <a:endParaRPr sz="2300" dirty="0">
              <a:latin typeface="Arial"/>
              <a:cs typeface="Arial"/>
            </a:endParaRPr>
          </a:p>
          <a:p>
            <a:pPr marL="12700">
              <a:lnSpc>
                <a:spcPts val="2650"/>
              </a:lnSpc>
            </a:pP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Nagy</a:t>
            </a:r>
            <a:r>
              <a:rPr sz="2300" spc="220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Attila</a:t>
            </a:r>
            <a:r>
              <a:rPr sz="2300" spc="270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dirty="0">
                <a:solidFill>
                  <a:srgbClr val="111626"/>
                </a:solidFill>
                <a:latin typeface="Arial"/>
                <a:cs typeface="Arial"/>
              </a:rPr>
              <a:t>(</a:t>
            </a:r>
            <a:r>
              <a:rPr sz="2300" dirty="0" err="1">
                <a:solidFill>
                  <a:srgbClr val="111626"/>
                </a:solidFill>
                <a:latin typeface="Arial"/>
                <a:cs typeface="Arial"/>
              </a:rPr>
              <a:t>lnformatika</a:t>
            </a:r>
            <a:r>
              <a:rPr sz="2300" spc="300" dirty="0">
                <a:solidFill>
                  <a:srgbClr val="111626"/>
                </a:solidFill>
                <a:latin typeface="Arial"/>
                <a:cs typeface="Arial"/>
              </a:rPr>
              <a:t> </a:t>
            </a:r>
            <a:r>
              <a:rPr sz="2300" spc="-10" dirty="0">
                <a:solidFill>
                  <a:srgbClr val="111626"/>
                </a:solidFill>
                <a:latin typeface="Arial"/>
                <a:cs typeface="Arial"/>
              </a:rPr>
              <a:t>m</a:t>
            </a:r>
            <a:r>
              <a:rPr lang="hu-HU" sz="2300" spc="-10" dirty="0">
                <a:solidFill>
                  <a:srgbClr val="111626"/>
                </a:solidFill>
                <a:latin typeface="Arial"/>
                <a:cs typeface="Arial"/>
              </a:rPr>
              <a:t>é</a:t>
            </a:r>
            <a:r>
              <a:rPr sz="2300" spc="-10" dirty="0" err="1">
                <a:solidFill>
                  <a:srgbClr val="111626"/>
                </a:solidFill>
                <a:latin typeface="Arial"/>
                <a:cs typeface="Arial"/>
              </a:rPr>
              <a:t>rn</a:t>
            </a:r>
            <a:r>
              <a:rPr lang="hu-HU" sz="2300" spc="-10" dirty="0">
                <a:solidFill>
                  <a:srgbClr val="111626"/>
                </a:solidFill>
                <a:latin typeface="Arial"/>
                <a:cs typeface="Arial"/>
              </a:rPr>
              <a:t>ö</a:t>
            </a:r>
            <a:r>
              <a:rPr sz="2300" spc="-10" dirty="0" err="1">
                <a:solidFill>
                  <a:srgbClr val="111626"/>
                </a:solidFill>
                <a:latin typeface="Arial"/>
                <a:cs typeface="Arial"/>
              </a:rPr>
              <a:t>ktan</a:t>
            </a:r>
            <a:r>
              <a:rPr lang="hu-HU" sz="2300" spc="-10" dirty="0">
                <a:solidFill>
                  <a:srgbClr val="111626"/>
                </a:solidFill>
                <a:latin typeface="Arial"/>
                <a:cs typeface="Arial"/>
              </a:rPr>
              <a:t>á</a:t>
            </a:r>
            <a:r>
              <a:rPr sz="2300" spc="-10" dirty="0">
                <a:solidFill>
                  <a:srgbClr val="111626"/>
                </a:solidFill>
                <a:latin typeface="Arial"/>
                <a:cs typeface="Arial"/>
              </a:rPr>
              <a:t>r)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086483" y="10535920"/>
            <a:ext cx="151574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dirty="0">
                <a:solidFill>
                  <a:srgbClr val="99A0AF"/>
                </a:solidFill>
                <a:latin typeface="Arial"/>
                <a:cs typeface="Arial"/>
              </a:rPr>
              <a:t>Edeleny,</a:t>
            </a:r>
            <a:r>
              <a:rPr sz="1750" spc="-50" dirty="0">
                <a:solidFill>
                  <a:srgbClr val="99A0AF"/>
                </a:solidFill>
                <a:latin typeface="Arial"/>
                <a:cs typeface="Arial"/>
              </a:rPr>
              <a:t> </a:t>
            </a:r>
            <a:r>
              <a:rPr sz="1750" spc="90" dirty="0">
                <a:solidFill>
                  <a:srgbClr val="99A0AF"/>
                </a:solidFill>
                <a:latin typeface="Arial"/>
                <a:cs typeface="Arial"/>
              </a:rPr>
              <a:t>2026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4944907" y="10535920"/>
            <a:ext cx="409956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750" spc="10" dirty="0">
                <a:solidFill>
                  <a:srgbClr val="99A0AF"/>
                </a:solidFill>
                <a:latin typeface="Arial"/>
                <a:cs typeface="Arial"/>
              </a:rPr>
              <a:t>Szent</a:t>
            </a:r>
            <a:r>
              <a:rPr sz="1750" spc="340" dirty="0">
                <a:solidFill>
                  <a:srgbClr val="99A0AF"/>
                </a:solidFill>
                <a:latin typeface="Arial"/>
                <a:cs typeface="Arial"/>
              </a:rPr>
              <a:t> </a:t>
            </a:r>
            <a:r>
              <a:rPr sz="1750" spc="10" dirty="0">
                <a:solidFill>
                  <a:srgbClr val="99A0AF"/>
                </a:solidFill>
                <a:latin typeface="Arial"/>
                <a:cs typeface="Arial"/>
              </a:rPr>
              <a:t>Janos</a:t>
            </a:r>
            <a:r>
              <a:rPr sz="1750" spc="70" dirty="0">
                <a:solidFill>
                  <a:srgbClr val="99A0AF"/>
                </a:solidFill>
                <a:latin typeface="Arial"/>
                <a:cs typeface="Arial"/>
              </a:rPr>
              <a:t> </a:t>
            </a:r>
            <a:r>
              <a:rPr sz="1750" spc="10" dirty="0">
                <a:solidFill>
                  <a:srgbClr val="99A0AF"/>
                </a:solidFill>
                <a:latin typeface="Arial"/>
                <a:cs typeface="Arial"/>
              </a:rPr>
              <a:t>Gorogkatolikus</a:t>
            </a:r>
            <a:r>
              <a:rPr sz="1750" spc="15" dirty="0">
                <a:solidFill>
                  <a:srgbClr val="99A0AF"/>
                </a:solidFill>
                <a:latin typeface="Arial"/>
                <a:cs typeface="Arial"/>
              </a:rPr>
              <a:t> </a:t>
            </a:r>
            <a:r>
              <a:rPr sz="1750" spc="-10" dirty="0">
                <a:solidFill>
                  <a:srgbClr val="99A0AF"/>
                </a:solidFill>
                <a:latin typeface="Arial"/>
                <a:cs typeface="Arial"/>
              </a:rPr>
              <a:t>Gimnazium</a:t>
            </a:r>
            <a:endParaRPr sz="1750">
              <a:latin typeface="Arial"/>
              <a:cs typeface="Arial"/>
            </a:endParaRPr>
          </a:p>
        </p:txBody>
      </p:sp>
      <p:sp>
        <p:nvSpPr>
          <p:cNvPr id="14" name="Szövegdoboz 13">
            <a:extLst>
              <a:ext uri="{FF2B5EF4-FFF2-40B4-BE49-F238E27FC236}">
                <a16:creationId xmlns:a16="http://schemas.microsoft.com/office/drawing/2014/main" id="{25B94B4E-3645-4925-A6F5-6243688CC518}"/>
              </a:ext>
            </a:extLst>
          </p:cNvPr>
          <p:cNvSpPr txBox="1"/>
          <p:nvPr/>
        </p:nvSpPr>
        <p:spPr>
          <a:xfrm>
            <a:off x="-13277" y="5418238"/>
            <a:ext cx="149581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hu-HU" sz="4800" spc="-60" dirty="0">
                <a:solidFill>
                  <a:srgbClr val="647282"/>
                </a:solidFill>
                <a:latin typeface="Arial"/>
                <a:cs typeface="Arial"/>
              </a:rPr>
              <a:t>Digitális </a:t>
            </a:r>
            <a:r>
              <a:rPr lang="hu-HU" sz="4800" spc="140" dirty="0">
                <a:solidFill>
                  <a:srgbClr val="647282"/>
                </a:solidFill>
                <a:latin typeface="Arial"/>
                <a:cs typeface="Arial"/>
              </a:rPr>
              <a:t>Felvételi</a:t>
            </a:r>
            <a:r>
              <a:rPr lang="hu-HU" sz="4800" spc="484" dirty="0">
                <a:solidFill>
                  <a:srgbClr val="647282"/>
                </a:solidFill>
                <a:latin typeface="Arial"/>
                <a:cs typeface="Arial"/>
              </a:rPr>
              <a:t> </a:t>
            </a:r>
            <a:r>
              <a:rPr lang="hu-HU" sz="4800" spc="145" dirty="0">
                <a:solidFill>
                  <a:srgbClr val="647282"/>
                </a:solidFill>
                <a:latin typeface="Arial"/>
                <a:cs typeface="Arial"/>
              </a:rPr>
              <a:t>Vezérlő</a:t>
            </a:r>
            <a:r>
              <a:rPr lang="hu-HU" sz="4800" spc="434" dirty="0">
                <a:solidFill>
                  <a:srgbClr val="647282"/>
                </a:solidFill>
                <a:latin typeface="Arial"/>
                <a:cs typeface="Arial"/>
              </a:rPr>
              <a:t> </a:t>
            </a:r>
            <a:r>
              <a:rPr lang="hu-HU" sz="4800" spc="185" dirty="0">
                <a:solidFill>
                  <a:srgbClr val="647282"/>
                </a:solidFill>
                <a:latin typeface="Arial"/>
                <a:cs typeface="Arial"/>
              </a:rPr>
              <a:t>és</a:t>
            </a:r>
            <a:r>
              <a:rPr lang="hu-HU" sz="4800" spc="360" dirty="0">
                <a:solidFill>
                  <a:srgbClr val="647282"/>
                </a:solidFill>
                <a:latin typeface="Arial"/>
                <a:cs typeface="Arial"/>
              </a:rPr>
              <a:t> </a:t>
            </a:r>
            <a:r>
              <a:rPr lang="hu-HU" sz="4800" spc="140" dirty="0">
                <a:solidFill>
                  <a:srgbClr val="647282"/>
                </a:solidFill>
                <a:latin typeface="Arial"/>
                <a:cs typeface="Arial"/>
              </a:rPr>
              <a:t>Ellenőrző</a:t>
            </a:r>
            <a:r>
              <a:rPr lang="hu-HU" sz="4800" spc="545" dirty="0">
                <a:solidFill>
                  <a:srgbClr val="647282"/>
                </a:solidFill>
                <a:latin typeface="Arial"/>
                <a:cs typeface="Arial"/>
              </a:rPr>
              <a:t> </a:t>
            </a:r>
            <a:r>
              <a:rPr lang="hu-HU" sz="4800" spc="175" dirty="0">
                <a:solidFill>
                  <a:srgbClr val="647282"/>
                </a:solidFill>
                <a:latin typeface="Arial"/>
                <a:cs typeface="Arial"/>
              </a:rPr>
              <a:t>Objektum</a:t>
            </a:r>
            <a:endParaRPr lang="hu-HU" sz="4800" dirty="0">
              <a:latin typeface="Arial"/>
              <a:cs typeface="Arial"/>
            </a:endParaRPr>
          </a:p>
          <a:p>
            <a:endParaRPr lang="hu-HU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429" y="3606827"/>
            <a:ext cx="1431509" cy="1433246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429" y="5496822"/>
            <a:ext cx="1431509" cy="143324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429" y="7386817"/>
            <a:ext cx="1431509" cy="1433246"/>
          </a:xfrm>
          <a:prstGeom prst="rect">
            <a:avLst/>
          </a:prstGeom>
        </p:spPr>
      </p:pic>
      <p:sp>
        <p:nvSpPr>
          <p:cNvPr id="12" name="object 12" descr="$PPTXTitle"/>
          <p:cNvSpPr txBox="1">
            <a:spLocks noGrp="1"/>
          </p:cNvSpPr>
          <p:nvPr>
            <p:ph type="title"/>
          </p:nvPr>
        </p:nvSpPr>
        <p:spPr>
          <a:xfrm>
            <a:off x="1087579" y="270885"/>
            <a:ext cx="11037631" cy="630301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ts val="4840"/>
              </a:lnSpc>
              <a:tabLst>
                <a:tab pos="9654540" algn="l"/>
              </a:tabLst>
            </a:pPr>
            <a:r>
              <a:rPr spc="245" dirty="0">
                <a:solidFill>
                  <a:srgbClr val="0E44F4"/>
                </a:solidFill>
              </a:rPr>
              <a:t>MI</a:t>
            </a:r>
            <a:r>
              <a:rPr lang="hu-HU" spc="245" dirty="0">
                <a:solidFill>
                  <a:srgbClr val="0E44F4"/>
                </a:solidFill>
              </a:rPr>
              <a:t>É</a:t>
            </a:r>
            <a:r>
              <a:rPr spc="245" dirty="0">
                <a:solidFill>
                  <a:srgbClr val="0E44F4"/>
                </a:solidFill>
              </a:rPr>
              <a:t>RT</a:t>
            </a:r>
            <a:r>
              <a:rPr spc="-170" dirty="0">
                <a:solidFill>
                  <a:srgbClr val="0E44F4"/>
                </a:solidFill>
              </a:rPr>
              <a:t> </a:t>
            </a:r>
            <a:r>
              <a:rPr spc="275" dirty="0">
                <a:solidFill>
                  <a:srgbClr val="0E44F4"/>
                </a:solidFill>
              </a:rPr>
              <a:t>VAN</a:t>
            </a:r>
            <a:r>
              <a:rPr dirty="0">
                <a:solidFill>
                  <a:srgbClr val="0E44F4"/>
                </a:solidFill>
              </a:rPr>
              <a:t> </a:t>
            </a:r>
            <a:r>
              <a:rPr spc="210" dirty="0">
                <a:solidFill>
                  <a:srgbClr val="0E44F4"/>
                </a:solidFill>
              </a:rPr>
              <a:t>SZ</a:t>
            </a:r>
            <a:r>
              <a:rPr lang="hu-HU" spc="210" dirty="0">
                <a:solidFill>
                  <a:srgbClr val="0E44F4"/>
                </a:solidFill>
              </a:rPr>
              <a:t>Ü</a:t>
            </a:r>
            <a:r>
              <a:rPr spc="210" dirty="0">
                <a:solidFill>
                  <a:srgbClr val="0E44F4"/>
                </a:solidFill>
              </a:rPr>
              <a:t>KS</a:t>
            </a:r>
            <a:r>
              <a:rPr lang="hu-HU" spc="210" dirty="0">
                <a:solidFill>
                  <a:srgbClr val="0E44F4"/>
                </a:solidFill>
              </a:rPr>
              <a:t>É</a:t>
            </a:r>
            <a:r>
              <a:rPr spc="210" dirty="0">
                <a:solidFill>
                  <a:srgbClr val="0E44F4"/>
                </a:solidFill>
              </a:rPr>
              <a:t>G</a:t>
            </a:r>
            <a:r>
              <a:rPr spc="-340" dirty="0">
                <a:solidFill>
                  <a:srgbClr val="0E44F4"/>
                </a:solidFill>
              </a:rPr>
              <a:t> </a:t>
            </a:r>
            <a:r>
              <a:rPr spc="220" dirty="0">
                <a:solidFill>
                  <a:srgbClr val="0E44F4"/>
                </a:solidFill>
              </a:rPr>
              <a:t>A</a:t>
            </a:r>
            <a:r>
              <a:rPr spc="-175" dirty="0">
                <a:solidFill>
                  <a:srgbClr val="0E44F4"/>
                </a:solidFill>
              </a:rPr>
              <a:t> </a:t>
            </a:r>
            <a:r>
              <a:rPr spc="185" dirty="0">
                <a:solidFill>
                  <a:srgbClr val="0E44F4"/>
                </a:solidFill>
              </a:rPr>
              <a:t>FELVE</a:t>
            </a:r>
            <a:r>
              <a:rPr lang="hu-HU" spc="185" dirty="0">
                <a:solidFill>
                  <a:srgbClr val="0E44F4"/>
                </a:solidFill>
              </a:rPr>
              <a:t>O-RA?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2808635" y="4003626"/>
            <a:ext cx="681863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1590" marR="5080" indent="-9525">
              <a:lnSpc>
                <a:spcPts val="2480"/>
              </a:lnSpc>
              <a:spcBef>
                <a:spcPts val="100"/>
              </a:spcBef>
            </a:pPr>
            <a:r>
              <a:rPr sz="1950" b="1" dirty="0" err="1">
                <a:solidFill>
                  <a:srgbClr val="0F0A0E"/>
                </a:solidFill>
                <a:latin typeface="Arial"/>
                <a:cs typeface="Arial"/>
              </a:rPr>
              <a:t>Elavult</a:t>
            </a:r>
            <a:r>
              <a:rPr sz="1950" b="1" spc="-3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b="1" spc="55" dirty="0" err="1">
                <a:solidFill>
                  <a:srgbClr val="0F0A0E"/>
                </a:solidFill>
                <a:latin typeface="Arial"/>
                <a:cs typeface="Arial"/>
              </a:rPr>
              <a:t>adminisztr</a:t>
            </a:r>
            <a:r>
              <a:rPr lang="hu-HU" sz="1950" b="1" spc="5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b="1" spc="55" dirty="0">
                <a:solidFill>
                  <a:srgbClr val="0F0A0E"/>
                </a:solidFill>
                <a:latin typeface="Arial"/>
                <a:cs typeface="Arial"/>
              </a:rPr>
              <a:t>ci</a:t>
            </a:r>
            <a:r>
              <a:rPr lang="hu-HU" sz="1950" b="1" spc="55" dirty="0">
                <a:solidFill>
                  <a:srgbClr val="0F0A0E"/>
                </a:solidFill>
                <a:latin typeface="Arial"/>
                <a:cs typeface="Arial"/>
              </a:rPr>
              <a:t>ó</a:t>
            </a:r>
            <a:r>
              <a:rPr sz="1950" b="1" spc="55" dirty="0">
                <a:solidFill>
                  <a:srgbClr val="0F0A0E"/>
                </a:solidFill>
                <a:latin typeface="Arial"/>
                <a:cs typeface="Arial"/>
              </a:rPr>
              <a:t>:</a:t>
            </a:r>
            <a:r>
              <a:rPr sz="1950" b="1" spc="-2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A</a:t>
            </a:r>
            <a:r>
              <a:rPr sz="1950" b="1" spc="13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85" dirty="0" err="1">
                <a:solidFill>
                  <a:srgbClr val="0F0A0E"/>
                </a:solidFill>
                <a:latin typeface="Arial"/>
                <a:cs typeface="Arial"/>
              </a:rPr>
              <a:t>legt</a:t>
            </a:r>
            <a:r>
              <a:rPr lang="hu-HU" sz="1950" spc="85" dirty="0">
                <a:solidFill>
                  <a:srgbClr val="0F0A0E"/>
                </a:solidFill>
                <a:latin typeface="Arial"/>
                <a:cs typeface="Arial"/>
              </a:rPr>
              <a:t>ö</a:t>
            </a:r>
            <a:r>
              <a:rPr sz="1950" spc="85" dirty="0">
                <a:solidFill>
                  <a:srgbClr val="0F0A0E"/>
                </a:solidFill>
                <a:latin typeface="Arial"/>
                <a:cs typeface="Arial"/>
              </a:rPr>
              <a:t>bb</a:t>
            </a:r>
            <a:r>
              <a:rPr sz="1950" spc="21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5" dirty="0" err="1">
                <a:solidFill>
                  <a:srgbClr val="0F0A0E"/>
                </a:solidFill>
                <a:latin typeface="Arial"/>
                <a:cs typeface="Arial"/>
              </a:rPr>
              <a:t>iskol</a:t>
            </a:r>
            <a:r>
              <a:rPr lang="hu-HU" sz="1950" spc="6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65" dirty="0">
                <a:solidFill>
                  <a:srgbClr val="0F0A0E"/>
                </a:solidFill>
                <a:latin typeface="Arial"/>
                <a:cs typeface="Arial"/>
              </a:rPr>
              <a:t>ban </a:t>
            </a:r>
            <a:r>
              <a:rPr sz="1950" spc="70" dirty="0">
                <a:solidFill>
                  <a:srgbClr val="0F0A0E"/>
                </a:solidFill>
                <a:latin typeface="Arial"/>
                <a:cs typeface="Arial"/>
              </a:rPr>
              <a:t>m</a:t>
            </a:r>
            <a:r>
              <a:rPr lang="hu-HU" sz="1950" spc="70" dirty="0">
                <a:solidFill>
                  <a:srgbClr val="0F0A0E"/>
                </a:solidFill>
                <a:latin typeface="Arial"/>
                <a:cs typeface="Arial"/>
              </a:rPr>
              <a:t>é</a:t>
            </a:r>
            <a:r>
              <a:rPr sz="1950" spc="70" dirty="0">
                <a:solidFill>
                  <a:srgbClr val="0F0A0E"/>
                </a:solidFill>
                <a:latin typeface="Arial"/>
                <a:cs typeface="Arial"/>
              </a:rPr>
              <a:t>g</a:t>
            </a:r>
            <a:r>
              <a:rPr sz="1950" spc="15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0" dirty="0" err="1">
                <a:solidFill>
                  <a:srgbClr val="0F0A0E"/>
                </a:solidFill>
                <a:latin typeface="Arial"/>
                <a:cs typeface="Arial"/>
              </a:rPr>
              <a:t>mindig</a:t>
            </a:r>
            <a:r>
              <a:rPr sz="1950" spc="6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0F0A0E"/>
                </a:solidFill>
                <a:latin typeface="Arial"/>
                <a:cs typeface="Arial"/>
              </a:rPr>
              <a:t>pap</a:t>
            </a:r>
            <a:r>
              <a:rPr lang="hu-HU" sz="1950" spc="65" dirty="0">
                <a:solidFill>
                  <a:srgbClr val="0F0A0E"/>
                </a:solidFill>
                <a:latin typeface="Arial"/>
                <a:cs typeface="Arial"/>
              </a:rPr>
              <a:t>í</a:t>
            </a:r>
            <a:r>
              <a:rPr sz="1950" spc="65" dirty="0" err="1">
                <a:solidFill>
                  <a:srgbClr val="0F0A0E"/>
                </a:solidFill>
                <a:latin typeface="Arial"/>
                <a:cs typeface="Arial"/>
              </a:rPr>
              <a:t>ralap</a:t>
            </a:r>
            <a:r>
              <a:rPr lang="hu-HU" sz="1950" spc="65" dirty="0">
                <a:solidFill>
                  <a:srgbClr val="0F0A0E"/>
                </a:solidFill>
                <a:latin typeface="Arial"/>
                <a:cs typeface="Arial"/>
              </a:rPr>
              <a:t>ú</a:t>
            </a:r>
            <a:r>
              <a:rPr sz="1950" spc="10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80" dirty="0" err="1">
                <a:solidFill>
                  <a:srgbClr val="0F0A0E"/>
                </a:solidFill>
                <a:latin typeface="Arial"/>
                <a:cs typeface="Arial"/>
              </a:rPr>
              <a:t>vagy</a:t>
            </a:r>
            <a:r>
              <a:rPr sz="1950" spc="17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5" dirty="0">
                <a:solidFill>
                  <a:srgbClr val="0F0A0E"/>
                </a:solidFill>
                <a:latin typeface="Arial"/>
                <a:cs typeface="Arial"/>
              </a:rPr>
              <a:t>t</a:t>
            </a:r>
            <a:r>
              <a:rPr lang="hu-HU" sz="1950" spc="65" dirty="0">
                <a:solidFill>
                  <a:srgbClr val="0F0A0E"/>
                </a:solidFill>
                <a:latin typeface="Arial"/>
                <a:cs typeface="Arial"/>
              </a:rPr>
              <a:t>ú</a:t>
            </a:r>
            <a:r>
              <a:rPr sz="1950" spc="65" dirty="0" err="1">
                <a:solidFill>
                  <a:srgbClr val="0F0A0E"/>
                </a:solidFill>
                <a:latin typeface="Arial"/>
                <a:cs typeface="Arial"/>
              </a:rPr>
              <a:t>lkomplik</a:t>
            </a:r>
            <a:r>
              <a:rPr lang="hu-HU" sz="1950" spc="6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65" dirty="0" err="1">
                <a:solidFill>
                  <a:srgbClr val="0F0A0E"/>
                </a:solidFill>
                <a:latin typeface="Arial"/>
                <a:cs typeface="Arial"/>
              </a:rPr>
              <a:t>lt</a:t>
            </a:r>
            <a:r>
              <a:rPr sz="1950" spc="29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0F0A0E"/>
                </a:solidFill>
                <a:latin typeface="Arial"/>
                <a:cs typeface="Arial"/>
              </a:rPr>
              <a:t>Excel</a:t>
            </a:r>
            <a:r>
              <a:rPr sz="1950" spc="18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0" dirty="0">
                <a:solidFill>
                  <a:srgbClr val="0F0A0E"/>
                </a:solidFill>
                <a:latin typeface="Arial"/>
                <a:cs typeface="Arial"/>
              </a:rPr>
              <a:t>t</a:t>
            </a:r>
            <a:r>
              <a:rPr lang="hu-HU" sz="1950" spc="6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60" dirty="0">
                <a:solidFill>
                  <a:srgbClr val="0F0A0E"/>
                </a:solidFill>
                <a:latin typeface="Arial"/>
                <a:cs typeface="Arial"/>
              </a:rPr>
              <a:t>bl</a:t>
            </a:r>
            <a:r>
              <a:rPr lang="hu-HU" sz="1950" spc="6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60" dirty="0" err="1">
                <a:solidFill>
                  <a:srgbClr val="0F0A0E"/>
                </a:solidFill>
                <a:latin typeface="Arial"/>
                <a:cs typeface="Arial"/>
              </a:rPr>
              <a:t>kkal</a:t>
            </a:r>
            <a:r>
              <a:rPr sz="1950" spc="23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75" dirty="0">
                <a:solidFill>
                  <a:srgbClr val="0F0A0E"/>
                </a:solidFill>
                <a:latin typeface="Arial"/>
                <a:cs typeface="Arial"/>
              </a:rPr>
              <a:t>dolgoznak.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2808635" y="5893621"/>
            <a:ext cx="669163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225" marR="5080" indent="-10160">
              <a:lnSpc>
                <a:spcPts val="2480"/>
              </a:lnSpc>
              <a:spcBef>
                <a:spcPts val="100"/>
              </a:spcBef>
            </a:pPr>
            <a:r>
              <a:rPr sz="1950" b="1" dirty="0" err="1">
                <a:solidFill>
                  <a:srgbClr val="0F0A0E"/>
                </a:solidFill>
                <a:latin typeface="Arial"/>
                <a:cs typeface="Arial"/>
              </a:rPr>
              <a:t>Hibaforr</a:t>
            </a:r>
            <a:r>
              <a:rPr lang="hu-HU" sz="1950" b="1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b="1" dirty="0" err="1">
                <a:solidFill>
                  <a:srgbClr val="0F0A0E"/>
                </a:solidFill>
                <a:latin typeface="Arial"/>
                <a:cs typeface="Arial"/>
              </a:rPr>
              <a:t>sok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:</a:t>
            </a:r>
            <a:r>
              <a:rPr sz="1950" b="1" spc="32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A</a:t>
            </a:r>
            <a:r>
              <a:rPr sz="1950" b="1" spc="18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dirty="0" err="1">
                <a:solidFill>
                  <a:srgbClr val="0F0A0E"/>
                </a:solidFill>
                <a:latin typeface="Arial"/>
                <a:cs typeface="Arial"/>
              </a:rPr>
              <a:t>manu</a:t>
            </a:r>
            <a:r>
              <a:rPr lang="hu-HU" sz="195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dirty="0" err="1">
                <a:solidFill>
                  <a:srgbClr val="0F0A0E"/>
                </a:solidFill>
                <a:latin typeface="Arial"/>
                <a:cs typeface="Arial"/>
              </a:rPr>
              <a:t>lis</a:t>
            </a:r>
            <a:r>
              <a:rPr sz="1950" spc="26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55" dirty="0" err="1">
                <a:solidFill>
                  <a:srgbClr val="0F0A0E"/>
                </a:solidFill>
                <a:latin typeface="Arial"/>
                <a:cs typeface="Arial"/>
              </a:rPr>
              <a:t>adatbevitel</a:t>
            </a:r>
            <a:r>
              <a:rPr sz="1950" spc="32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60" dirty="0" err="1">
                <a:solidFill>
                  <a:srgbClr val="0F0A0E"/>
                </a:solidFill>
                <a:latin typeface="Arial"/>
                <a:cs typeface="Arial"/>
              </a:rPr>
              <a:t>sor</a:t>
            </a:r>
            <a:r>
              <a:rPr lang="hu-HU" sz="1950" spc="6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60" dirty="0">
                <a:solidFill>
                  <a:srgbClr val="0F0A0E"/>
                </a:solidFill>
                <a:latin typeface="Arial"/>
                <a:cs typeface="Arial"/>
              </a:rPr>
              <a:t>n</a:t>
            </a:r>
            <a:r>
              <a:rPr sz="1950" spc="10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80" dirty="0">
                <a:solidFill>
                  <a:srgbClr val="0F0A0E"/>
                </a:solidFill>
                <a:latin typeface="Arial"/>
                <a:cs typeface="Arial"/>
              </a:rPr>
              <a:t>gyakoriak</a:t>
            </a:r>
            <a:r>
              <a:rPr sz="1950" spc="30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-50" dirty="0">
                <a:solidFill>
                  <a:srgbClr val="0F0A0E"/>
                </a:solidFill>
                <a:latin typeface="Arial"/>
                <a:cs typeface="Arial"/>
              </a:rPr>
              <a:t>a </a:t>
            </a:r>
            <a:r>
              <a:rPr sz="1950" spc="75" dirty="0" err="1">
                <a:solidFill>
                  <a:srgbClr val="0F0A0E"/>
                </a:solidFill>
                <a:latin typeface="Arial"/>
                <a:cs typeface="Arial"/>
              </a:rPr>
              <a:t>duplik</a:t>
            </a:r>
            <a:r>
              <a:rPr lang="hu-HU" sz="1950" spc="7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75" dirty="0">
                <a:solidFill>
                  <a:srgbClr val="0F0A0E"/>
                </a:solidFill>
                <a:latin typeface="Arial"/>
                <a:cs typeface="Arial"/>
              </a:rPr>
              <a:t>ci</a:t>
            </a:r>
            <a:r>
              <a:rPr lang="hu-HU" sz="1950" spc="75" dirty="0">
                <a:solidFill>
                  <a:srgbClr val="0F0A0E"/>
                </a:solidFill>
                <a:latin typeface="Arial"/>
                <a:cs typeface="Arial"/>
              </a:rPr>
              <a:t>ó</a:t>
            </a:r>
            <a:r>
              <a:rPr sz="1950" spc="75" dirty="0">
                <a:solidFill>
                  <a:srgbClr val="0F0A0E"/>
                </a:solidFill>
                <a:latin typeface="Arial"/>
                <a:cs typeface="Arial"/>
              </a:rPr>
              <a:t>k</a:t>
            </a:r>
            <a:r>
              <a:rPr sz="1950" spc="30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lang="hu-HU" sz="1950" spc="305" dirty="0">
                <a:solidFill>
                  <a:srgbClr val="0F0A0E"/>
                </a:solidFill>
                <a:latin typeface="Arial"/>
                <a:cs typeface="Arial"/>
              </a:rPr>
              <a:t>és</a:t>
            </a:r>
            <a:r>
              <a:rPr sz="1950" spc="6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50" dirty="0" err="1">
                <a:solidFill>
                  <a:srgbClr val="0F0A0E"/>
                </a:solidFill>
                <a:latin typeface="Arial"/>
                <a:cs typeface="Arial"/>
              </a:rPr>
              <a:t>az</a:t>
            </a:r>
            <a:r>
              <a:rPr sz="1950" spc="17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35" dirty="0">
                <a:solidFill>
                  <a:srgbClr val="0F0A0E"/>
                </a:solidFill>
                <a:latin typeface="Arial"/>
                <a:cs typeface="Arial"/>
              </a:rPr>
              <a:t>el</a:t>
            </a:r>
            <a:r>
              <a:rPr lang="hu-HU" sz="1950" spc="35" dirty="0">
                <a:solidFill>
                  <a:srgbClr val="0F0A0E"/>
                </a:solidFill>
                <a:latin typeface="Arial"/>
                <a:cs typeface="Arial"/>
              </a:rPr>
              <a:t>í</a:t>
            </a:r>
            <a:r>
              <a:rPr sz="1950" spc="35" dirty="0">
                <a:solidFill>
                  <a:srgbClr val="0F0A0E"/>
                </a:solidFill>
                <a:latin typeface="Arial"/>
                <a:cs typeface="Arial"/>
              </a:rPr>
              <a:t>r</a:t>
            </a:r>
            <a:r>
              <a:rPr lang="hu-HU" sz="1950" spc="3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35" dirty="0" err="1">
                <a:solidFill>
                  <a:srgbClr val="0F0A0E"/>
                </a:solidFill>
                <a:latin typeface="Arial"/>
                <a:cs typeface="Arial"/>
              </a:rPr>
              <a:t>sok</a:t>
            </a:r>
            <a:r>
              <a:rPr sz="1950" spc="35" dirty="0">
                <a:solidFill>
                  <a:srgbClr val="0F0A0E"/>
                </a:solidFill>
                <a:latin typeface="Arial"/>
                <a:cs typeface="Arial"/>
              </a:rPr>
              <a:t>.</a:t>
            </a:r>
            <a:endParaRPr sz="195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2808140" y="7783615"/>
            <a:ext cx="6286500" cy="643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2860" marR="5080" indent="-10795">
              <a:lnSpc>
                <a:spcPts val="2480"/>
              </a:lnSpc>
              <a:spcBef>
                <a:spcPts val="100"/>
              </a:spcBef>
            </a:pPr>
            <a:r>
              <a:rPr sz="1950" b="1" dirty="0" err="1">
                <a:solidFill>
                  <a:srgbClr val="0F0A0E"/>
                </a:solidFill>
                <a:latin typeface="Arial"/>
                <a:cs typeface="Arial"/>
              </a:rPr>
              <a:t>Kommunik</a:t>
            </a:r>
            <a:r>
              <a:rPr lang="hu-HU" sz="1950" b="1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ci</a:t>
            </a:r>
            <a:r>
              <a:rPr lang="hu-HU" sz="1950" b="1" dirty="0">
                <a:solidFill>
                  <a:srgbClr val="0F0A0E"/>
                </a:solidFill>
                <a:latin typeface="Arial"/>
                <a:cs typeface="Arial"/>
              </a:rPr>
              <a:t>ó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s</a:t>
            </a:r>
            <a:r>
              <a:rPr sz="1950" b="1" spc="14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b="1" spc="60" dirty="0">
                <a:solidFill>
                  <a:srgbClr val="0F0A0E"/>
                </a:solidFill>
                <a:latin typeface="Arial"/>
                <a:cs typeface="Arial"/>
              </a:rPr>
              <a:t>g</a:t>
            </a:r>
            <a:r>
              <a:rPr lang="hu-HU" sz="1950" b="1" spc="6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b="1" spc="60" dirty="0">
                <a:solidFill>
                  <a:srgbClr val="0F0A0E"/>
                </a:solidFill>
                <a:latin typeface="Arial"/>
                <a:cs typeface="Arial"/>
              </a:rPr>
              <a:t>t:</a:t>
            </a:r>
            <a:r>
              <a:rPr sz="1950" b="1" spc="2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b="1" dirty="0">
                <a:solidFill>
                  <a:srgbClr val="0F0A0E"/>
                </a:solidFill>
                <a:latin typeface="Arial"/>
                <a:cs typeface="Arial"/>
              </a:rPr>
              <a:t>A</a:t>
            </a:r>
            <a:r>
              <a:rPr sz="1950" b="1" spc="15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-10" dirty="0" err="1">
                <a:solidFill>
                  <a:srgbClr val="0F0A0E"/>
                </a:solidFill>
                <a:latin typeface="Arial"/>
                <a:cs typeface="Arial"/>
              </a:rPr>
              <a:t>sz</a:t>
            </a:r>
            <a:r>
              <a:rPr lang="hu-HU" sz="1950" spc="-10" dirty="0">
                <a:solidFill>
                  <a:srgbClr val="0F0A0E"/>
                </a:solidFill>
                <a:latin typeface="Arial"/>
                <a:cs typeface="Arial"/>
              </a:rPr>
              <a:t>ülő</a:t>
            </a:r>
            <a:r>
              <a:rPr sz="1950" spc="-10" dirty="0">
                <a:solidFill>
                  <a:srgbClr val="0F0A0E"/>
                </a:solidFill>
                <a:latin typeface="Arial"/>
                <a:cs typeface="Arial"/>
              </a:rPr>
              <a:t>k</a:t>
            </a:r>
            <a:r>
              <a:rPr sz="1950" spc="22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dirty="0">
                <a:solidFill>
                  <a:srgbClr val="0F0A0E"/>
                </a:solidFill>
                <a:latin typeface="Arial"/>
                <a:cs typeface="Arial"/>
              </a:rPr>
              <a:t>es</a:t>
            </a:r>
            <a:r>
              <a:rPr sz="1950" spc="8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90" dirty="0">
                <a:solidFill>
                  <a:srgbClr val="0F0A0E"/>
                </a:solidFill>
                <a:latin typeface="Arial"/>
                <a:cs typeface="Arial"/>
              </a:rPr>
              <a:t>di</a:t>
            </a:r>
            <a:r>
              <a:rPr lang="hu-HU" sz="1950" spc="90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90" dirty="0" err="1">
                <a:solidFill>
                  <a:srgbClr val="0F0A0E"/>
                </a:solidFill>
                <a:latin typeface="Arial"/>
                <a:cs typeface="Arial"/>
              </a:rPr>
              <a:t>kok</a:t>
            </a:r>
            <a:r>
              <a:rPr sz="1950" spc="20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dirty="0" err="1">
                <a:solidFill>
                  <a:srgbClr val="0F0A0E"/>
                </a:solidFill>
                <a:latin typeface="Arial"/>
                <a:cs typeface="Arial"/>
              </a:rPr>
              <a:t>nehezen</a:t>
            </a:r>
            <a:r>
              <a:rPr sz="1950" spc="9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lang="hu-HU" sz="1950" spc="-25" dirty="0">
                <a:solidFill>
                  <a:srgbClr val="0F0A0E"/>
                </a:solidFill>
                <a:latin typeface="Arial"/>
                <a:cs typeface="Arial"/>
              </a:rPr>
              <a:t>é</a:t>
            </a:r>
            <a:r>
              <a:rPr sz="1950" spc="-25" dirty="0">
                <a:solidFill>
                  <a:srgbClr val="0F0A0E"/>
                </a:solidFill>
                <a:latin typeface="Arial"/>
                <a:cs typeface="Arial"/>
              </a:rPr>
              <a:t>s </a:t>
            </a:r>
            <a:r>
              <a:rPr sz="1950" dirty="0">
                <a:solidFill>
                  <a:srgbClr val="0F0A0E"/>
                </a:solidFill>
                <a:latin typeface="Arial"/>
                <a:cs typeface="Arial"/>
              </a:rPr>
              <a:t>lassan</a:t>
            </a:r>
            <a:r>
              <a:rPr sz="1950" spc="17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dirty="0" err="1">
                <a:solidFill>
                  <a:srgbClr val="0F0A0E"/>
                </a:solidFill>
                <a:latin typeface="Arial"/>
                <a:cs typeface="Arial"/>
              </a:rPr>
              <a:t>jutnak</a:t>
            </a:r>
            <a:r>
              <a:rPr sz="1950" spc="265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75" dirty="0" err="1">
                <a:solidFill>
                  <a:srgbClr val="0F0A0E"/>
                </a:solidFill>
                <a:latin typeface="Arial"/>
                <a:cs typeface="Arial"/>
              </a:rPr>
              <a:t>hozz</a:t>
            </a:r>
            <a:r>
              <a:rPr lang="hu-HU" sz="1950" spc="75" dirty="0">
                <a:solidFill>
                  <a:srgbClr val="0F0A0E"/>
                </a:solidFill>
                <a:latin typeface="Arial"/>
                <a:cs typeface="Arial"/>
              </a:rPr>
              <a:t>á</a:t>
            </a:r>
            <a:r>
              <a:rPr sz="1950" spc="21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50" dirty="0" err="1">
                <a:solidFill>
                  <a:srgbClr val="0F0A0E"/>
                </a:solidFill>
                <a:latin typeface="Arial"/>
                <a:cs typeface="Arial"/>
              </a:rPr>
              <a:t>az</a:t>
            </a:r>
            <a:r>
              <a:rPr sz="1950" spc="220" dirty="0">
                <a:solidFill>
                  <a:srgbClr val="0F0A0E"/>
                </a:solidFill>
                <a:latin typeface="Arial"/>
                <a:cs typeface="Arial"/>
              </a:rPr>
              <a:t> </a:t>
            </a:r>
            <a:r>
              <a:rPr sz="1950" spc="55" dirty="0" err="1">
                <a:solidFill>
                  <a:srgbClr val="0F0A0E"/>
                </a:solidFill>
                <a:latin typeface="Arial"/>
                <a:cs typeface="Arial"/>
              </a:rPr>
              <a:t>eredm</a:t>
            </a:r>
            <a:r>
              <a:rPr lang="hu-HU" sz="1950" spc="55" dirty="0">
                <a:solidFill>
                  <a:srgbClr val="0F0A0E"/>
                </a:solidFill>
                <a:latin typeface="Arial"/>
                <a:cs typeface="Arial"/>
              </a:rPr>
              <a:t>é</a:t>
            </a:r>
            <a:r>
              <a:rPr sz="1950" spc="55" dirty="0" err="1">
                <a:solidFill>
                  <a:srgbClr val="0F0A0E"/>
                </a:solidFill>
                <a:latin typeface="Arial"/>
                <a:cs typeface="Arial"/>
              </a:rPr>
              <a:t>nyekhez</a:t>
            </a:r>
            <a:r>
              <a:rPr sz="1950" spc="55" dirty="0">
                <a:solidFill>
                  <a:srgbClr val="0F0A0E"/>
                </a:solidFill>
                <a:latin typeface="Arial"/>
                <a:cs typeface="Arial"/>
              </a:rPr>
              <a:t>.</a:t>
            </a:r>
            <a:endParaRPr sz="1950" dirty="0">
              <a:latin typeface="Arial"/>
              <a:cs typeface="Arial"/>
            </a:endParaRPr>
          </a:p>
        </p:txBody>
      </p:sp>
      <p:pic>
        <p:nvPicPr>
          <p:cNvPr id="18" name="Kép 17">
            <a:extLst>
              <a:ext uri="{FF2B5EF4-FFF2-40B4-BE49-F238E27FC236}">
                <a16:creationId xmlns:a16="http://schemas.microsoft.com/office/drawing/2014/main" id="{A9F6B472-3FA3-49A5-91DA-0C73D453072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603837" y="3606827"/>
            <a:ext cx="8135013" cy="526727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29329" y="6426069"/>
            <a:ext cx="991044" cy="6929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9768872" y="6378819"/>
            <a:ext cx="597773" cy="7874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5715139" y="6394570"/>
            <a:ext cx="959582" cy="771747"/>
          </a:xfrm>
          <a:prstGeom prst="rect">
            <a:avLst/>
          </a:prstGeom>
        </p:spPr>
      </p:pic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1096326" y="822138"/>
            <a:ext cx="8544004" cy="699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lang="hu-HU" spc="640" dirty="0">
                <a:solidFill>
                  <a:srgbClr val="0E42F6"/>
                </a:solidFill>
              </a:rPr>
              <a:t>TÉMAMAGADÁS:FELVEO</a:t>
            </a:r>
            <a:endParaRPr spc="640" dirty="0">
              <a:solidFill>
                <a:srgbClr val="0E42F6"/>
              </a:solidFill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020506" y="3338190"/>
            <a:ext cx="14086840" cy="1804789"/>
          </a:xfrm>
          <a:prstGeom prst="rect">
            <a:avLst/>
          </a:prstGeom>
        </p:spPr>
        <p:txBody>
          <a:bodyPr vert="horz" wrap="square" lIns="0" tIns="4445" rIns="0" bIns="0" rtlCol="0">
            <a:spAutoFit/>
          </a:bodyPr>
          <a:lstStyle/>
          <a:p>
            <a:pPr marL="12700" marR="5080" algn="ctr">
              <a:lnSpc>
                <a:spcPct val="124000"/>
              </a:lnSpc>
              <a:spcBef>
                <a:spcPts val="35"/>
              </a:spcBef>
            </a:pPr>
            <a:r>
              <a:rPr sz="3250" dirty="0">
                <a:solidFill>
                  <a:srgbClr val="667282"/>
                </a:solidFill>
                <a:latin typeface="Arial"/>
                <a:cs typeface="Arial"/>
              </a:rPr>
              <a:t>''A</a:t>
            </a:r>
            <a:r>
              <a:rPr sz="3250" spc="17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667282"/>
                </a:solidFill>
                <a:latin typeface="Arial"/>
                <a:cs typeface="Arial"/>
              </a:rPr>
              <a:t>c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é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lunk</a:t>
            </a:r>
            <a:r>
              <a:rPr sz="3250" spc="18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70" dirty="0">
                <a:solidFill>
                  <a:srgbClr val="667282"/>
                </a:solidFill>
                <a:latin typeface="Arial"/>
                <a:cs typeface="Arial"/>
              </a:rPr>
              <a:t>egy</a:t>
            </a:r>
            <a:r>
              <a:rPr sz="3250" spc="25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70" dirty="0" err="1">
                <a:solidFill>
                  <a:srgbClr val="667282"/>
                </a:solidFill>
                <a:latin typeface="Arial"/>
                <a:cs typeface="Arial"/>
              </a:rPr>
              <a:t>olyan</a:t>
            </a:r>
            <a:r>
              <a:rPr sz="3250" spc="8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egyszer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ű</a:t>
            </a:r>
            <a:r>
              <a:rPr sz="3250" dirty="0">
                <a:solidFill>
                  <a:srgbClr val="667282"/>
                </a:solidFill>
                <a:latin typeface="Arial"/>
                <a:cs typeface="Arial"/>
              </a:rPr>
              <a:t>,</a:t>
            </a:r>
            <a:r>
              <a:rPr sz="3250" spc="29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webalap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ú</a:t>
            </a:r>
            <a:r>
              <a:rPr sz="3250" spc="22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85" dirty="0">
                <a:solidFill>
                  <a:srgbClr val="667282"/>
                </a:solidFill>
                <a:latin typeface="Arial"/>
                <a:cs typeface="Arial"/>
              </a:rPr>
              <a:t>platform</a:t>
            </a:r>
            <a:r>
              <a:rPr sz="3250" spc="24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667282"/>
                </a:solidFill>
                <a:latin typeface="Arial"/>
                <a:cs typeface="Arial"/>
              </a:rPr>
              <a:t>l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é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trehoz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á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sa</a:t>
            </a:r>
            <a:r>
              <a:rPr sz="3250" spc="459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90" dirty="0">
                <a:solidFill>
                  <a:srgbClr val="667282"/>
                </a:solidFill>
                <a:latin typeface="Arial"/>
                <a:cs typeface="Arial"/>
              </a:rPr>
              <a:t>volt,</a:t>
            </a:r>
            <a:r>
              <a:rPr sz="3250" spc="25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-20" dirty="0" err="1">
                <a:solidFill>
                  <a:srgbClr val="667282"/>
                </a:solidFill>
                <a:latin typeface="Arial"/>
                <a:cs typeface="Arial"/>
              </a:rPr>
              <a:t>amely</a:t>
            </a:r>
            <a:r>
              <a:rPr sz="3250" spc="-2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>
                <a:solidFill>
                  <a:srgbClr val="667282"/>
                </a:solidFill>
                <a:latin typeface="Arial"/>
                <a:cs typeface="Arial"/>
              </a:rPr>
              <a:t>minim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á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lis</a:t>
            </a:r>
            <a:r>
              <a:rPr sz="3250" spc="235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65" dirty="0" err="1">
                <a:solidFill>
                  <a:srgbClr val="667282"/>
                </a:solidFill>
                <a:latin typeface="Arial"/>
                <a:cs typeface="Arial"/>
              </a:rPr>
              <a:t>technikai</a:t>
            </a:r>
            <a:r>
              <a:rPr sz="3250" spc="12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70" dirty="0" err="1">
                <a:solidFill>
                  <a:srgbClr val="667282"/>
                </a:solidFill>
                <a:latin typeface="Arial"/>
                <a:cs typeface="Arial"/>
              </a:rPr>
              <a:t>tud</a:t>
            </a:r>
            <a:r>
              <a:rPr lang="hu-HU" sz="3250" spc="70" dirty="0">
                <a:solidFill>
                  <a:srgbClr val="667282"/>
                </a:solidFill>
                <a:latin typeface="Arial"/>
                <a:cs typeface="Arial"/>
              </a:rPr>
              <a:t>á</a:t>
            </a:r>
            <a:r>
              <a:rPr sz="3250" spc="70" dirty="0" err="1">
                <a:solidFill>
                  <a:srgbClr val="667282"/>
                </a:solidFill>
                <a:latin typeface="Arial"/>
                <a:cs typeface="Arial"/>
              </a:rPr>
              <a:t>ssal</a:t>
            </a:r>
            <a:r>
              <a:rPr sz="3250" spc="165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55" dirty="0">
                <a:solidFill>
                  <a:srgbClr val="667282"/>
                </a:solidFill>
                <a:latin typeface="Arial"/>
                <a:cs typeface="Arial"/>
              </a:rPr>
              <a:t>is</a:t>
            </a:r>
            <a:r>
              <a:rPr sz="3250" spc="7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85" dirty="0" err="1">
                <a:solidFill>
                  <a:srgbClr val="667282"/>
                </a:solidFill>
                <a:latin typeface="Arial"/>
                <a:cs typeface="Arial"/>
              </a:rPr>
              <a:t>professzion</a:t>
            </a:r>
            <a:r>
              <a:rPr lang="hu-HU" sz="3250" spc="85" dirty="0">
                <a:solidFill>
                  <a:srgbClr val="667282"/>
                </a:solidFill>
                <a:latin typeface="Arial"/>
                <a:cs typeface="Arial"/>
              </a:rPr>
              <a:t>á</a:t>
            </a:r>
            <a:r>
              <a:rPr sz="3250" spc="85" dirty="0" err="1">
                <a:solidFill>
                  <a:srgbClr val="667282"/>
                </a:solidFill>
                <a:latin typeface="Arial"/>
                <a:cs typeface="Arial"/>
              </a:rPr>
              <a:t>lis</a:t>
            </a:r>
            <a:r>
              <a:rPr sz="3250" spc="16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adatkezel</a:t>
            </a:r>
            <a:r>
              <a:rPr lang="hu-HU" sz="3250" dirty="0">
                <a:solidFill>
                  <a:srgbClr val="667282"/>
                </a:solidFill>
                <a:latin typeface="Arial"/>
                <a:cs typeface="Arial"/>
              </a:rPr>
              <a:t>é</a:t>
            </a:r>
            <a:r>
              <a:rPr sz="3250" dirty="0" err="1">
                <a:solidFill>
                  <a:srgbClr val="667282"/>
                </a:solidFill>
                <a:latin typeface="Arial"/>
                <a:cs typeface="Arial"/>
              </a:rPr>
              <a:t>st</a:t>
            </a:r>
            <a:r>
              <a:rPr sz="3250" spc="434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spc="80" dirty="0" err="1">
                <a:solidFill>
                  <a:srgbClr val="667282"/>
                </a:solidFill>
                <a:latin typeface="Arial"/>
                <a:cs typeface="Arial"/>
              </a:rPr>
              <a:t>tesz</a:t>
            </a:r>
            <a:r>
              <a:rPr sz="3250" spc="80" dirty="0">
                <a:solidFill>
                  <a:srgbClr val="667282"/>
                </a:solidFill>
                <a:latin typeface="Arial"/>
                <a:cs typeface="Arial"/>
              </a:rPr>
              <a:t> </a:t>
            </a:r>
            <a:r>
              <a:rPr sz="3250" b="1" spc="-10" dirty="0" err="1">
                <a:solidFill>
                  <a:srgbClr val="667282"/>
                </a:solidFill>
                <a:latin typeface="Arial"/>
                <a:cs typeface="Arial"/>
              </a:rPr>
              <a:t>lehet</a:t>
            </a:r>
            <a:r>
              <a:rPr lang="hu-HU" sz="3250" b="1" spc="-10" dirty="0">
                <a:solidFill>
                  <a:srgbClr val="667282"/>
                </a:solidFill>
                <a:latin typeface="Arial"/>
                <a:cs typeface="Arial"/>
              </a:rPr>
              <a:t>ő</a:t>
            </a:r>
            <a:r>
              <a:rPr sz="3250" b="1" spc="-10" dirty="0">
                <a:solidFill>
                  <a:srgbClr val="667282"/>
                </a:solidFill>
                <a:latin typeface="Arial"/>
                <a:cs typeface="Arial"/>
              </a:rPr>
              <a:t>v</a:t>
            </a:r>
            <a:r>
              <a:rPr lang="hu-HU" sz="3250" b="1" spc="-10" dirty="0">
                <a:solidFill>
                  <a:srgbClr val="667282"/>
                </a:solidFill>
                <a:latin typeface="Arial"/>
                <a:cs typeface="Arial"/>
              </a:rPr>
              <a:t>é</a:t>
            </a:r>
            <a:r>
              <a:rPr sz="3250" b="1" spc="-10" dirty="0">
                <a:solidFill>
                  <a:srgbClr val="667282"/>
                </a:solidFill>
                <a:latin typeface="Arial"/>
                <a:cs typeface="Arial"/>
              </a:rPr>
              <a:t>."</a:t>
            </a:r>
            <a:endParaRPr sz="32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3234874" y="7484367"/>
            <a:ext cx="1387475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0" dirty="0" err="1">
                <a:solidFill>
                  <a:srgbClr val="0F1626"/>
                </a:solidFill>
                <a:latin typeface="Arial"/>
                <a:cs typeface="Arial"/>
              </a:rPr>
              <a:t>Webalap</a:t>
            </a:r>
            <a:r>
              <a:rPr lang="hu-HU" sz="2200" b="1" spc="-10" dirty="0">
                <a:solidFill>
                  <a:srgbClr val="0F1626"/>
                </a:solidFill>
                <a:latin typeface="Arial"/>
                <a:cs typeface="Arial"/>
              </a:rPr>
              <a:t>ú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913418" y="8100190"/>
            <a:ext cx="4018279" cy="9250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47395" marR="5080" indent="-735330">
              <a:lnSpc>
                <a:spcPct val="121600"/>
              </a:lnSpc>
              <a:spcBef>
                <a:spcPts val="100"/>
              </a:spcBef>
            </a:pP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Nin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c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s</a:t>
            </a:r>
            <a:r>
              <a:rPr sz="2550" spc="22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spc="45" dirty="0" err="1">
                <a:solidFill>
                  <a:srgbClr val="343D4F"/>
                </a:solidFill>
                <a:latin typeface="Arial"/>
                <a:cs typeface="Arial"/>
              </a:rPr>
              <a:t>sz</a:t>
            </a:r>
            <a:r>
              <a:rPr lang="hu-HU" sz="2550" spc="45" dirty="0">
                <a:solidFill>
                  <a:srgbClr val="343D4F"/>
                </a:solidFill>
                <a:latin typeface="Arial"/>
                <a:cs typeface="Arial"/>
              </a:rPr>
              <a:t>ü</a:t>
            </a:r>
            <a:r>
              <a:rPr sz="2550" spc="45" dirty="0" err="1">
                <a:solidFill>
                  <a:srgbClr val="343D4F"/>
                </a:solidFill>
                <a:latin typeface="Arial"/>
                <a:cs typeface="Arial"/>
              </a:rPr>
              <a:t>ks</a:t>
            </a:r>
            <a:r>
              <a:rPr lang="hu-HU" sz="2550" spc="45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spc="45" dirty="0">
                <a:solidFill>
                  <a:srgbClr val="343D4F"/>
                </a:solidFill>
                <a:latin typeface="Arial"/>
                <a:cs typeface="Arial"/>
              </a:rPr>
              <a:t>g</a:t>
            </a:r>
            <a:r>
              <a:rPr sz="2550" spc="9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spc="55" dirty="0" err="1">
                <a:solidFill>
                  <a:srgbClr val="343D4F"/>
                </a:solidFill>
                <a:latin typeface="Arial"/>
                <a:cs typeface="Arial"/>
              </a:rPr>
              <a:t>telep</a:t>
            </a:r>
            <a:r>
              <a:rPr lang="hu-HU" sz="2550" spc="55" dirty="0">
                <a:solidFill>
                  <a:srgbClr val="343D4F"/>
                </a:solidFill>
                <a:latin typeface="Arial"/>
                <a:cs typeface="Arial"/>
              </a:rPr>
              <a:t>í</a:t>
            </a:r>
            <a:r>
              <a:rPr sz="2550" spc="55" dirty="0">
                <a:solidFill>
                  <a:srgbClr val="343D4F"/>
                </a:solidFill>
                <a:latin typeface="Arial"/>
                <a:cs typeface="Arial"/>
              </a:rPr>
              <a:t>t</a:t>
            </a:r>
            <a:r>
              <a:rPr lang="hu-HU" sz="2550" spc="55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spc="55" dirty="0" err="1">
                <a:solidFill>
                  <a:srgbClr val="343D4F"/>
                </a:solidFill>
                <a:latin typeface="Arial"/>
                <a:cs typeface="Arial"/>
              </a:rPr>
              <a:t>sre</a:t>
            </a:r>
            <a:r>
              <a:rPr sz="2550" spc="55" dirty="0">
                <a:solidFill>
                  <a:srgbClr val="343D4F"/>
                </a:solidFill>
                <a:latin typeface="Arial"/>
                <a:cs typeface="Arial"/>
              </a:rPr>
              <a:t>, 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b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ö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ng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dirty="0" err="1">
                <a:solidFill>
                  <a:srgbClr val="343D4F"/>
                </a:solidFill>
                <a:latin typeface="Arial"/>
                <a:cs typeface="Arial"/>
              </a:rPr>
              <a:t>sz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ő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b</a:t>
            </a:r>
            <a:r>
              <a:rPr lang="hu-HU" sz="2550" dirty="0" err="1">
                <a:solidFill>
                  <a:srgbClr val="343D4F"/>
                </a:solidFill>
                <a:latin typeface="Arial"/>
                <a:cs typeface="Arial"/>
              </a:rPr>
              <a:t>ől</a:t>
            </a:r>
            <a:r>
              <a:rPr sz="2550" spc="-16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343D4F"/>
                </a:solidFill>
                <a:latin typeface="Arial"/>
                <a:cs typeface="Arial"/>
              </a:rPr>
              <a:t>fut.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9640330" y="7484367"/>
            <a:ext cx="83566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200" b="1" spc="-10" dirty="0">
                <a:solidFill>
                  <a:srgbClr val="0F1626"/>
                </a:solidFill>
                <a:latin typeface="Arial"/>
                <a:cs typeface="Arial"/>
              </a:rPr>
              <a:t>Gyors</a:t>
            </a:r>
            <a:endParaRPr sz="22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7750977" y="8185239"/>
            <a:ext cx="463105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dirty="0" err="1">
                <a:solidFill>
                  <a:srgbClr val="343D4F"/>
                </a:solidFill>
                <a:latin typeface="Arial"/>
                <a:cs typeface="Arial"/>
              </a:rPr>
              <a:t>Azonnali</a:t>
            </a:r>
            <a:r>
              <a:rPr sz="2550" spc="285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import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á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l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á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s</a:t>
            </a:r>
            <a:r>
              <a:rPr sz="2550" spc="405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lang="hu-HU" sz="2550" spc="50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spc="50" dirty="0">
                <a:solidFill>
                  <a:srgbClr val="343D4F"/>
                </a:solidFill>
                <a:latin typeface="Arial"/>
                <a:cs typeface="Arial"/>
              </a:rPr>
              <a:t>s</a:t>
            </a:r>
            <a:r>
              <a:rPr lang="hu-HU" sz="2550" spc="27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spc="40" dirty="0" err="1">
                <a:solidFill>
                  <a:srgbClr val="343D4F"/>
                </a:solidFill>
                <a:latin typeface="Arial"/>
                <a:cs typeface="Arial"/>
              </a:rPr>
              <a:t>sz</a:t>
            </a:r>
            <a:r>
              <a:rPr lang="hu-HU" sz="2550" spc="40" dirty="0">
                <a:solidFill>
                  <a:srgbClr val="343D4F"/>
                </a:solidFill>
                <a:latin typeface="Arial"/>
                <a:cs typeface="Arial"/>
              </a:rPr>
              <a:t>ű</a:t>
            </a:r>
            <a:r>
              <a:rPr sz="2550" spc="40" dirty="0">
                <a:solidFill>
                  <a:srgbClr val="343D4F"/>
                </a:solidFill>
                <a:latin typeface="Arial"/>
                <a:cs typeface="Arial"/>
              </a:rPr>
              <a:t>r</a:t>
            </a:r>
            <a:r>
              <a:rPr lang="hu-HU" sz="2550" spc="40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spc="40" dirty="0">
                <a:solidFill>
                  <a:srgbClr val="343D4F"/>
                </a:solidFill>
                <a:latin typeface="Arial"/>
                <a:cs typeface="Arial"/>
              </a:rPr>
              <a:t>s.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537264" y="7484367"/>
            <a:ext cx="1311910" cy="3657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lang="hu-HU" sz="2200" b="1" spc="45" dirty="0">
                <a:solidFill>
                  <a:srgbClr val="0F1626"/>
                </a:solidFill>
                <a:latin typeface="Arial"/>
                <a:cs typeface="Arial"/>
              </a:rPr>
              <a:t>Á</a:t>
            </a:r>
            <a:r>
              <a:rPr sz="2200" b="1" spc="45" dirty="0" err="1">
                <a:solidFill>
                  <a:srgbClr val="0F1626"/>
                </a:solidFill>
                <a:latin typeface="Arial"/>
                <a:cs typeface="Arial"/>
              </a:rPr>
              <a:t>tl</a:t>
            </a:r>
            <a:r>
              <a:rPr lang="hu-HU" sz="2200" b="1" spc="45" dirty="0">
                <a:solidFill>
                  <a:srgbClr val="0F1626"/>
                </a:solidFill>
                <a:latin typeface="Arial"/>
                <a:cs typeface="Arial"/>
              </a:rPr>
              <a:t>á</a:t>
            </a:r>
            <a:r>
              <a:rPr sz="2200" b="1" spc="45" dirty="0">
                <a:solidFill>
                  <a:srgbClr val="0F1626"/>
                </a:solidFill>
                <a:latin typeface="Arial"/>
                <a:cs typeface="Arial"/>
              </a:rPr>
              <a:t>that</a:t>
            </a:r>
            <a:r>
              <a:rPr lang="hu-HU" sz="2200" b="1" spc="45" dirty="0">
                <a:solidFill>
                  <a:srgbClr val="0F1626"/>
                </a:solidFill>
                <a:latin typeface="Arial"/>
                <a:cs typeface="Arial"/>
              </a:rPr>
              <a:t>ó</a:t>
            </a:r>
            <a:endParaRPr sz="2200" dirty="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4263120" y="8100190"/>
            <a:ext cx="3871595" cy="9250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983615" marR="5080" indent="-971550">
              <a:lnSpc>
                <a:spcPct val="121600"/>
              </a:lnSpc>
              <a:spcBef>
                <a:spcPts val="100"/>
              </a:spcBef>
            </a:pPr>
            <a:r>
              <a:rPr sz="2550" spc="55" dirty="0" err="1">
                <a:solidFill>
                  <a:srgbClr val="343D4F"/>
                </a:solidFill>
                <a:latin typeface="Arial"/>
                <a:cs typeface="Arial"/>
              </a:rPr>
              <a:t>Letisztult</a:t>
            </a:r>
            <a:r>
              <a:rPr lang="hu-HU" sz="2550" spc="25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UI</a:t>
            </a:r>
            <a:r>
              <a:rPr sz="2550" spc="-35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F"/>
                </a:solidFill>
                <a:latin typeface="Arial"/>
                <a:cs typeface="Arial"/>
              </a:rPr>
              <a:t>di</a:t>
            </a:r>
            <a:r>
              <a:rPr lang="hu-HU" sz="2550" dirty="0">
                <a:solidFill>
                  <a:srgbClr val="343D4F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F"/>
                </a:solidFill>
                <a:latin typeface="Arial"/>
                <a:cs typeface="Arial"/>
              </a:rPr>
              <a:t>koknak</a:t>
            </a:r>
            <a:r>
              <a:rPr sz="2550" spc="300" dirty="0">
                <a:solidFill>
                  <a:srgbClr val="343D4F"/>
                </a:solidFill>
                <a:latin typeface="Arial"/>
                <a:cs typeface="Arial"/>
              </a:rPr>
              <a:t> </a:t>
            </a:r>
            <a:r>
              <a:rPr lang="hu-HU" sz="2550" spc="25" dirty="0">
                <a:solidFill>
                  <a:srgbClr val="343D4F"/>
                </a:solidFill>
                <a:latin typeface="Arial"/>
                <a:cs typeface="Arial"/>
              </a:rPr>
              <a:t>é</a:t>
            </a:r>
            <a:r>
              <a:rPr sz="2550" spc="25" dirty="0">
                <a:solidFill>
                  <a:srgbClr val="343D4F"/>
                </a:solidFill>
                <a:latin typeface="Arial"/>
                <a:cs typeface="Arial"/>
              </a:rPr>
              <a:t>s </a:t>
            </a:r>
            <a:r>
              <a:rPr sz="2550" spc="-10" dirty="0">
                <a:solidFill>
                  <a:srgbClr val="343D4F"/>
                </a:solidFill>
                <a:latin typeface="Arial"/>
                <a:cs typeface="Arial"/>
              </a:rPr>
              <a:t>adminoknak.</a:t>
            </a:r>
            <a:endParaRPr sz="2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445297" y="2394084"/>
            <a:ext cx="2092205" cy="1448996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445297" y="4457324"/>
            <a:ext cx="7346316" cy="193724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708364" y="8048314"/>
            <a:ext cx="1541624" cy="362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7366879" y="3969076"/>
            <a:ext cx="1573086" cy="204749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874624" y="8473564"/>
            <a:ext cx="723619" cy="251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3245389" y="9292562"/>
            <a:ext cx="2045013" cy="1102496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5431985" y="9292562"/>
            <a:ext cx="1415778" cy="1102496"/>
          </a:xfrm>
          <a:prstGeom prst="rect">
            <a:avLst/>
          </a:prstGeom>
        </p:spPr>
      </p:pic>
      <p:sp>
        <p:nvSpPr>
          <p:cNvPr id="10" name="object 10"/>
          <p:cNvSpPr/>
          <p:nvPr/>
        </p:nvSpPr>
        <p:spPr>
          <a:xfrm>
            <a:off x="1132622" y="9040561"/>
            <a:ext cx="0" cy="2252345"/>
          </a:xfrm>
          <a:custGeom>
            <a:avLst/>
            <a:gdLst/>
            <a:ahLst/>
            <a:cxnLst/>
            <a:rect l="l" t="t" r="r" b="b"/>
            <a:pathLst>
              <a:path h="2252345">
                <a:moveTo>
                  <a:pt x="0" y="2252244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132622" y="5733069"/>
            <a:ext cx="0" cy="2961005"/>
          </a:xfrm>
          <a:custGeom>
            <a:avLst/>
            <a:gdLst/>
            <a:ahLst/>
            <a:cxnLst/>
            <a:rect l="l" t="t" r="r" b="b"/>
            <a:pathLst>
              <a:path h="2961004">
                <a:moveTo>
                  <a:pt x="0" y="2960992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132622" y="2425577"/>
            <a:ext cx="0" cy="2961005"/>
          </a:xfrm>
          <a:custGeom>
            <a:avLst/>
            <a:gdLst/>
            <a:ahLst/>
            <a:cxnLst/>
            <a:rect l="l" t="t" r="r" b="b"/>
            <a:pathLst>
              <a:path h="2961004">
                <a:moveTo>
                  <a:pt x="0" y="2960992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6218518" y="7985314"/>
            <a:ext cx="283210" cy="0"/>
          </a:xfrm>
          <a:custGeom>
            <a:avLst/>
            <a:gdLst/>
            <a:ahLst/>
            <a:cxnLst/>
            <a:rect l="l" t="t" r="r" b="b"/>
            <a:pathLst>
              <a:path w="283209">
                <a:moveTo>
                  <a:pt x="0" y="0"/>
                </a:moveTo>
                <a:lnTo>
                  <a:pt x="283155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0461023" y="11151055"/>
            <a:ext cx="8557895" cy="0"/>
          </a:xfrm>
          <a:custGeom>
            <a:avLst/>
            <a:gdLst/>
            <a:ahLst/>
            <a:cxnLst/>
            <a:rect l="l" t="t" r="r" b="b"/>
            <a:pathLst>
              <a:path w="8557894">
                <a:moveTo>
                  <a:pt x="0" y="0"/>
                </a:moveTo>
                <a:lnTo>
                  <a:pt x="8557588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 descr="$PPTXTitle"/>
          <p:cNvSpPr txBox="1">
            <a:spLocks noGrp="1"/>
          </p:cNvSpPr>
          <p:nvPr>
            <p:ph type="title"/>
          </p:nvPr>
        </p:nvSpPr>
        <p:spPr>
          <a:xfrm>
            <a:off x="1096325" y="822138"/>
            <a:ext cx="12312733" cy="699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25" dirty="0"/>
              <a:t>ADATKEZEL</a:t>
            </a:r>
            <a:r>
              <a:rPr lang="hu-HU" spc="225" dirty="0"/>
              <a:t>É</a:t>
            </a:r>
            <a:r>
              <a:rPr spc="225" dirty="0"/>
              <a:t>S:</a:t>
            </a:r>
            <a:r>
              <a:rPr spc="10" dirty="0"/>
              <a:t> </a:t>
            </a:r>
            <a:r>
              <a:rPr spc="260" dirty="0"/>
              <a:t>INTELLIGENS</a:t>
            </a:r>
            <a:r>
              <a:rPr spc="-15" dirty="0"/>
              <a:t> </a:t>
            </a:r>
            <a:r>
              <a:rPr spc="229" dirty="0"/>
              <a:t>IMP</a:t>
            </a:r>
            <a:r>
              <a:rPr lang="hu-HU" spc="229" dirty="0"/>
              <a:t>ORT</a:t>
            </a:r>
            <a:endParaRPr spc="229" dirty="0"/>
          </a:p>
        </p:txBody>
      </p:sp>
      <p:sp>
        <p:nvSpPr>
          <p:cNvPr id="17" name="object 17"/>
          <p:cNvSpPr txBox="1"/>
          <p:nvPr/>
        </p:nvSpPr>
        <p:spPr>
          <a:xfrm>
            <a:off x="1638345" y="2897189"/>
            <a:ext cx="4831715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spc="150" dirty="0">
                <a:solidFill>
                  <a:srgbClr val="1D2638"/>
                </a:solidFill>
                <a:latin typeface="Arial"/>
                <a:cs typeface="Arial"/>
              </a:rPr>
              <a:t>Multi-</a:t>
            </a:r>
            <a:r>
              <a:rPr sz="2700" b="1" spc="195" dirty="0">
                <a:solidFill>
                  <a:srgbClr val="1D2638"/>
                </a:solidFill>
                <a:latin typeface="Arial"/>
                <a:cs typeface="Arial"/>
              </a:rPr>
              <a:t>form</a:t>
            </a:r>
            <a:r>
              <a:rPr lang="hu-HU" sz="2700" b="1" spc="195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spc="195" dirty="0">
                <a:solidFill>
                  <a:srgbClr val="1D2638"/>
                </a:solidFill>
                <a:latin typeface="Arial"/>
                <a:cs typeface="Arial"/>
              </a:rPr>
              <a:t>tum</a:t>
            </a:r>
            <a:r>
              <a:rPr sz="2700" b="1" spc="-315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700" b="1" spc="150" dirty="0">
                <a:solidFill>
                  <a:srgbClr val="1D2638"/>
                </a:solidFill>
                <a:latin typeface="Arial"/>
                <a:cs typeface="Arial"/>
              </a:rPr>
              <a:t>t</a:t>
            </a:r>
            <a:r>
              <a:rPr lang="hu-HU" sz="2700" b="1" spc="150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spc="150" dirty="0" err="1">
                <a:solidFill>
                  <a:srgbClr val="1D2638"/>
                </a:solidFill>
                <a:latin typeface="Arial"/>
                <a:cs typeface="Arial"/>
              </a:rPr>
              <a:t>mogat</a:t>
            </a:r>
            <a:r>
              <a:rPr lang="hu-HU" sz="2700" b="1" spc="150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spc="150" dirty="0">
                <a:solidFill>
                  <a:srgbClr val="1D2638"/>
                </a:solidFill>
                <a:latin typeface="Arial"/>
                <a:cs typeface="Arial"/>
              </a:rPr>
              <a:t>s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635045" y="3575228"/>
            <a:ext cx="7113905" cy="92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715">
              <a:lnSpc>
                <a:spcPct val="134100"/>
              </a:lnSpc>
              <a:spcBef>
                <a:spcPts val="100"/>
              </a:spcBef>
              <a:tabLst>
                <a:tab pos="4461510" algn="l"/>
              </a:tabLst>
            </a:pP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Excel</a:t>
            </a:r>
            <a:r>
              <a:rPr sz="2350" b="1" spc="37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(.xlsx,</a:t>
            </a:r>
            <a:r>
              <a:rPr sz="2350" b="1" spc="2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.xis)</a:t>
            </a:r>
            <a:r>
              <a:rPr sz="2350" b="1" spc="2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85" dirty="0">
                <a:solidFill>
                  <a:srgbClr val="343D4B"/>
                </a:solidFill>
                <a:latin typeface="Arial"/>
                <a:cs typeface="Arial"/>
              </a:rPr>
              <a:t>es</a:t>
            </a:r>
            <a:r>
              <a:rPr sz="2350" b="1" spc="1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75" dirty="0">
                <a:solidFill>
                  <a:srgbClr val="343D4B"/>
                </a:solidFill>
                <a:latin typeface="Arial"/>
                <a:cs typeface="Arial"/>
              </a:rPr>
              <a:t>CSV</a:t>
            </a:r>
            <a:r>
              <a:rPr sz="2350" b="1" spc="22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f</a:t>
            </a:r>
            <a:r>
              <a:rPr lang="hu-HU" sz="2350" b="1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jlok</a:t>
            </a:r>
            <a:r>
              <a:rPr sz="2350" b="1" spc="30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35" dirty="0">
                <a:solidFill>
                  <a:srgbClr val="343D4B"/>
                </a:solidFill>
                <a:latin typeface="Arial"/>
                <a:cs typeface="Arial"/>
              </a:rPr>
              <a:t>z</a:t>
            </a:r>
            <a:r>
              <a:rPr lang="hu-HU" sz="2350" b="1" spc="35" dirty="0">
                <a:solidFill>
                  <a:srgbClr val="343D4B"/>
                </a:solidFill>
                <a:latin typeface="Arial"/>
                <a:cs typeface="Arial"/>
              </a:rPr>
              <a:t>ö</a:t>
            </a:r>
            <a:r>
              <a:rPr sz="2350" b="1" spc="35" dirty="0" err="1">
                <a:solidFill>
                  <a:srgbClr val="343D4B"/>
                </a:solidFill>
                <a:latin typeface="Arial"/>
                <a:cs typeface="Arial"/>
              </a:rPr>
              <a:t>kken</a:t>
            </a:r>
            <a:r>
              <a:rPr lang="hu-HU" sz="2350" b="1" spc="35" dirty="0">
                <a:solidFill>
                  <a:srgbClr val="343D4B"/>
                </a:solidFill>
                <a:latin typeface="Arial"/>
                <a:cs typeface="Arial"/>
              </a:rPr>
              <a:t>ő</a:t>
            </a:r>
            <a:r>
              <a:rPr sz="2350" b="1" spc="35" dirty="0" err="1">
                <a:solidFill>
                  <a:srgbClr val="343D4B"/>
                </a:solidFill>
                <a:latin typeface="Arial"/>
                <a:cs typeface="Arial"/>
              </a:rPr>
              <a:t>mentes</a:t>
            </a:r>
            <a:r>
              <a:rPr sz="2350" b="1" spc="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beolvas</a:t>
            </a:r>
            <a:r>
              <a:rPr lang="hu-HU" sz="2350" b="1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sa</a:t>
            </a:r>
            <a:r>
              <a:rPr sz="2350" b="1" spc="52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35" dirty="0">
                <a:solidFill>
                  <a:srgbClr val="343D4B"/>
                </a:solidFill>
                <a:latin typeface="Arial"/>
                <a:cs typeface="Arial"/>
              </a:rPr>
              <a:t>PHPSpreadsheet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	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seg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í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ts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g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vel.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636976" y="6204682"/>
            <a:ext cx="3828415" cy="4276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dirty="0">
                <a:solidFill>
                  <a:srgbClr val="1D2638"/>
                </a:solidFill>
                <a:latin typeface="Arial"/>
                <a:cs typeface="Arial"/>
              </a:rPr>
              <a:t>K</a:t>
            </a:r>
            <a:r>
              <a:rPr lang="hu-HU" sz="2700" b="1" dirty="0">
                <a:solidFill>
                  <a:srgbClr val="1D2638"/>
                </a:solidFill>
                <a:latin typeface="Arial"/>
                <a:cs typeface="Arial"/>
              </a:rPr>
              <a:t>ó</a:t>
            </a:r>
            <a:r>
              <a:rPr sz="2700" b="1" dirty="0" err="1">
                <a:solidFill>
                  <a:srgbClr val="1D2638"/>
                </a:solidFill>
                <a:latin typeface="Arial"/>
                <a:cs typeface="Arial"/>
              </a:rPr>
              <a:t>dol</a:t>
            </a:r>
            <a:r>
              <a:rPr lang="hu-HU" sz="2700" b="1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dirty="0" err="1">
                <a:solidFill>
                  <a:srgbClr val="1D2638"/>
                </a:solidFill>
                <a:latin typeface="Arial"/>
                <a:cs typeface="Arial"/>
              </a:rPr>
              <a:t>si</a:t>
            </a:r>
            <a:r>
              <a:rPr sz="2700" b="1" spc="85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700" b="1" spc="60" dirty="0" err="1">
                <a:solidFill>
                  <a:srgbClr val="1D2638"/>
                </a:solidFill>
                <a:latin typeface="Arial"/>
                <a:cs typeface="Arial"/>
              </a:rPr>
              <a:t>rugalmass</a:t>
            </a:r>
            <a:r>
              <a:rPr lang="hu-HU" sz="2700" b="1" spc="60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spc="60" dirty="0">
                <a:solidFill>
                  <a:srgbClr val="1D2638"/>
                </a:solidFill>
                <a:latin typeface="Arial"/>
                <a:cs typeface="Arial"/>
              </a:rPr>
              <a:t>g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639984" y="6911226"/>
            <a:ext cx="7322184" cy="953135"/>
          </a:xfrm>
          <a:prstGeom prst="rect">
            <a:avLst/>
          </a:prstGeom>
        </p:spPr>
        <p:txBody>
          <a:bodyPr vert="horz" wrap="square" lIns="0" tIns="10604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835"/>
              </a:spcBef>
              <a:tabLst>
                <a:tab pos="6177915" algn="l"/>
              </a:tabLst>
            </a:pP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Automatikus</a:t>
            </a:r>
            <a:r>
              <a:rPr sz="2350" b="1" spc="3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55" dirty="0" err="1">
                <a:solidFill>
                  <a:srgbClr val="343D4B"/>
                </a:solidFill>
                <a:latin typeface="Arial"/>
                <a:cs typeface="Arial"/>
              </a:rPr>
              <a:t>karakterk</a:t>
            </a:r>
            <a:r>
              <a:rPr lang="hu-HU" sz="2350" b="1" spc="55" dirty="0">
                <a:solidFill>
                  <a:srgbClr val="343D4B"/>
                </a:solidFill>
                <a:latin typeface="Arial"/>
                <a:cs typeface="Arial"/>
              </a:rPr>
              <a:t>ó</a:t>
            </a:r>
            <a:r>
              <a:rPr sz="2350" b="1" spc="55" dirty="0" err="1">
                <a:solidFill>
                  <a:srgbClr val="343D4B"/>
                </a:solidFill>
                <a:latin typeface="Arial"/>
                <a:cs typeface="Arial"/>
              </a:rPr>
              <a:t>dol</a:t>
            </a:r>
            <a:r>
              <a:rPr lang="hu-HU" sz="2350" b="1" spc="55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350" b="1" spc="55" dirty="0">
                <a:solidFill>
                  <a:srgbClr val="343D4B"/>
                </a:solidFill>
                <a:latin typeface="Arial"/>
                <a:cs typeface="Arial"/>
              </a:rPr>
              <a:t>s</a:t>
            </a:r>
            <a:r>
              <a:rPr sz="2350" b="1" spc="9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felismer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s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105" dirty="0">
                <a:solidFill>
                  <a:srgbClr val="343D4B"/>
                </a:solidFill>
                <a:latin typeface="Arial"/>
                <a:cs typeface="Arial"/>
              </a:rPr>
              <a:t>(UTF-</a:t>
            </a:r>
            <a:r>
              <a:rPr sz="2350" b="1" spc="55" dirty="0">
                <a:solidFill>
                  <a:srgbClr val="343D4B"/>
                </a:solidFill>
                <a:latin typeface="Arial"/>
                <a:cs typeface="Arial"/>
              </a:rPr>
              <a:t>8,</a:t>
            </a:r>
            <a:endParaRPr sz="235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800"/>
              </a:spcBef>
            </a:pPr>
            <a:r>
              <a:rPr sz="2450" b="1" dirty="0">
                <a:solidFill>
                  <a:srgbClr val="343D4B"/>
                </a:solidFill>
                <a:latin typeface="Arial"/>
                <a:cs typeface="Arial"/>
              </a:rPr>
              <a:t>CP1250,</a:t>
            </a:r>
            <a:r>
              <a:rPr sz="2450" b="1" spc="1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lang="hu-HU" sz="2450" b="1" spc="55" dirty="0">
                <a:solidFill>
                  <a:srgbClr val="343D4B"/>
                </a:solidFill>
                <a:latin typeface="Arial"/>
                <a:cs typeface="Arial"/>
              </a:rPr>
              <a:t>I</a:t>
            </a:r>
            <a:r>
              <a:rPr sz="2450" b="1" spc="55" dirty="0">
                <a:solidFill>
                  <a:srgbClr val="343D4B"/>
                </a:solidFill>
                <a:latin typeface="Arial"/>
                <a:cs typeface="Arial"/>
              </a:rPr>
              <a:t>S</a:t>
            </a:r>
            <a:r>
              <a:rPr lang="hu-HU" sz="2450" b="1" spc="55" dirty="0">
                <a:solidFill>
                  <a:srgbClr val="343D4B"/>
                </a:solidFill>
                <a:latin typeface="Arial"/>
                <a:cs typeface="Arial"/>
              </a:rPr>
              <a:t>O</a:t>
            </a:r>
            <a:r>
              <a:rPr sz="2450" b="1" spc="55" dirty="0">
                <a:solidFill>
                  <a:srgbClr val="343D4B"/>
                </a:solidFill>
                <a:latin typeface="Arial"/>
                <a:cs typeface="Arial"/>
              </a:rPr>
              <a:t>-8859-</a:t>
            </a:r>
            <a:r>
              <a:rPr sz="2450" b="1" spc="-25" dirty="0">
                <a:solidFill>
                  <a:srgbClr val="343D4B"/>
                </a:solidFill>
                <a:latin typeface="Arial"/>
                <a:cs typeface="Arial"/>
              </a:rPr>
              <a:t>2).</a:t>
            </a:r>
            <a:endParaRPr sz="2450" dirty="0">
              <a:latin typeface="Arial"/>
              <a:cs typeface="Arial"/>
            </a:endParaRPr>
          </a:p>
        </p:txBody>
      </p:sp>
      <p:sp>
        <p:nvSpPr>
          <p:cNvPr id="21" name="object 21"/>
          <p:cNvSpPr txBox="1"/>
          <p:nvPr/>
        </p:nvSpPr>
        <p:spPr>
          <a:xfrm>
            <a:off x="1629795" y="9512173"/>
            <a:ext cx="3020060" cy="4368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700" b="1" dirty="0" err="1">
                <a:solidFill>
                  <a:srgbClr val="1D2638"/>
                </a:solidFill>
                <a:latin typeface="Arial"/>
                <a:cs typeface="Arial"/>
              </a:rPr>
              <a:t>Duplik</a:t>
            </a:r>
            <a:r>
              <a:rPr lang="hu-HU" sz="2700" b="1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700" b="1" dirty="0">
                <a:solidFill>
                  <a:srgbClr val="1D2638"/>
                </a:solidFill>
                <a:latin typeface="Arial"/>
                <a:cs typeface="Arial"/>
              </a:rPr>
              <a:t>ci</a:t>
            </a:r>
            <a:r>
              <a:rPr lang="hu-HU" sz="2700" b="1" dirty="0">
                <a:solidFill>
                  <a:srgbClr val="1D2638"/>
                </a:solidFill>
                <a:latin typeface="Arial"/>
                <a:cs typeface="Arial"/>
              </a:rPr>
              <a:t>ó</a:t>
            </a:r>
            <a:r>
              <a:rPr sz="2700" b="1" spc="335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700" b="1" spc="-10" dirty="0" err="1">
                <a:solidFill>
                  <a:srgbClr val="1D2638"/>
                </a:solidFill>
                <a:latin typeface="Arial"/>
                <a:cs typeface="Arial"/>
              </a:rPr>
              <a:t>sz</a:t>
            </a:r>
            <a:r>
              <a:rPr lang="hu-HU" sz="2700" b="1" spc="-10" dirty="0">
                <a:solidFill>
                  <a:srgbClr val="1D2638"/>
                </a:solidFill>
                <a:latin typeface="Arial"/>
                <a:cs typeface="Arial"/>
              </a:rPr>
              <a:t>ű</a:t>
            </a:r>
            <a:r>
              <a:rPr sz="2700" b="1" spc="-10" dirty="0">
                <a:solidFill>
                  <a:srgbClr val="1D2638"/>
                </a:solidFill>
                <a:latin typeface="Arial"/>
                <a:cs typeface="Arial"/>
              </a:rPr>
              <a:t>r</a:t>
            </a:r>
            <a:r>
              <a:rPr lang="hu-HU" sz="2700" b="1" spc="-10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700" b="1" spc="-10" dirty="0">
                <a:solidFill>
                  <a:srgbClr val="1D2638"/>
                </a:solidFill>
                <a:latin typeface="Arial"/>
                <a:cs typeface="Arial"/>
              </a:rPr>
              <a:t>s</a:t>
            </a:r>
            <a:endParaRPr sz="2700" dirty="0">
              <a:latin typeface="Arial"/>
              <a:cs typeface="Arial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1636146" y="10205959"/>
            <a:ext cx="6581775" cy="9168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0160">
              <a:lnSpc>
                <a:spcPct val="131900"/>
              </a:lnSpc>
              <a:spcBef>
                <a:spcPts val="100"/>
              </a:spcBef>
              <a:tabLst>
                <a:tab pos="1774189" algn="l"/>
                <a:tab pos="2026920" algn="l"/>
              </a:tabLst>
            </a:pP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A</a:t>
            </a:r>
            <a:r>
              <a:rPr sz="2350" b="1" spc="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45" dirty="0">
                <a:solidFill>
                  <a:srgbClr val="343D4B"/>
                </a:solidFill>
                <a:latin typeface="Arial"/>
                <a:cs typeface="Arial"/>
              </a:rPr>
              <a:t>rendszer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	</a:t>
            </a: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azonos</a:t>
            </a:r>
            <a:r>
              <a:rPr lang="hu-HU" sz="2350" b="1" dirty="0">
                <a:solidFill>
                  <a:srgbClr val="343D4B"/>
                </a:solidFill>
                <a:latin typeface="Arial"/>
                <a:cs typeface="Arial"/>
              </a:rPr>
              <a:t>í</a:t>
            </a:r>
            <a:r>
              <a:rPr sz="2350" b="1" dirty="0" err="1">
                <a:solidFill>
                  <a:srgbClr val="343D4B"/>
                </a:solidFill>
                <a:latin typeface="Arial"/>
                <a:cs typeface="Arial"/>
              </a:rPr>
              <a:t>tja</a:t>
            </a:r>
            <a:r>
              <a:rPr sz="2350" b="1" spc="33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95" dirty="0" err="1">
                <a:solidFill>
                  <a:srgbClr val="343D4B"/>
                </a:solidFill>
                <a:latin typeface="Arial"/>
                <a:cs typeface="Arial"/>
              </a:rPr>
              <a:t>az</a:t>
            </a:r>
            <a:r>
              <a:rPr sz="2350" b="1" spc="1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55" dirty="0" err="1">
                <a:solidFill>
                  <a:srgbClr val="343D4B"/>
                </a:solidFill>
                <a:latin typeface="Arial"/>
                <a:cs typeface="Arial"/>
              </a:rPr>
              <a:t>ismetl</a:t>
            </a:r>
            <a:r>
              <a:rPr lang="hu-HU" sz="2350" b="1" spc="55" dirty="0">
                <a:solidFill>
                  <a:srgbClr val="343D4B"/>
                </a:solidFill>
                <a:latin typeface="Arial"/>
                <a:cs typeface="Arial"/>
              </a:rPr>
              <a:t>ő</a:t>
            </a:r>
            <a:r>
              <a:rPr sz="2350" b="1" spc="55" dirty="0">
                <a:solidFill>
                  <a:srgbClr val="343D4B"/>
                </a:solidFill>
                <a:latin typeface="Arial"/>
                <a:cs typeface="Arial"/>
              </a:rPr>
              <a:t>d</a:t>
            </a:r>
            <a:r>
              <a:rPr lang="hu-HU" sz="2350" b="1" spc="55" dirty="0">
                <a:solidFill>
                  <a:srgbClr val="343D4B"/>
                </a:solidFill>
                <a:latin typeface="Arial"/>
                <a:cs typeface="Arial"/>
              </a:rPr>
              <a:t>ő</a:t>
            </a:r>
            <a:r>
              <a:rPr sz="2350" b="1" spc="3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oktat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si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azonosit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ó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kat</a:t>
            </a:r>
            <a:r>
              <a:rPr sz="2350" b="1" dirty="0">
                <a:solidFill>
                  <a:srgbClr val="343D4B"/>
                </a:solidFill>
                <a:latin typeface="Arial"/>
                <a:cs typeface="Arial"/>
              </a:rPr>
              <a:t>	</a:t>
            </a:r>
            <a:r>
              <a:rPr lang="hu-HU" sz="2350" b="1" spc="85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350" b="1" spc="85" dirty="0">
                <a:solidFill>
                  <a:srgbClr val="343D4B"/>
                </a:solidFill>
                <a:latin typeface="Arial"/>
                <a:cs typeface="Arial"/>
              </a:rPr>
              <a:t>s</a:t>
            </a:r>
            <a:r>
              <a:rPr sz="2350" b="1" spc="12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70" dirty="0">
                <a:solidFill>
                  <a:srgbClr val="343D4B"/>
                </a:solidFill>
                <a:latin typeface="Arial"/>
                <a:cs typeface="Arial"/>
              </a:rPr>
              <a:t>kezeli</a:t>
            </a:r>
            <a:r>
              <a:rPr sz="2350" b="1" spc="15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95" dirty="0" err="1">
                <a:solidFill>
                  <a:srgbClr val="343D4B"/>
                </a:solidFill>
                <a:latin typeface="Arial"/>
                <a:cs typeface="Arial"/>
              </a:rPr>
              <a:t>az</a:t>
            </a:r>
            <a:r>
              <a:rPr sz="2350" b="1" spc="1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adatfriss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í</a:t>
            </a:r>
            <a:r>
              <a:rPr sz="2350" b="1" spc="-10" dirty="0">
                <a:solidFill>
                  <a:srgbClr val="343D4B"/>
                </a:solidFill>
                <a:latin typeface="Arial"/>
                <a:cs typeface="Arial"/>
              </a:rPr>
              <a:t>t</a:t>
            </a:r>
            <a:r>
              <a:rPr lang="hu-HU" sz="2350" b="1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350" b="1" spc="-10" dirty="0" err="1">
                <a:solidFill>
                  <a:srgbClr val="343D4B"/>
                </a:solidFill>
                <a:latin typeface="Arial"/>
                <a:cs typeface="Arial"/>
              </a:rPr>
              <a:t>st.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23" name="object 23"/>
          <p:cNvSpPr txBox="1"/>
          <p:nvPr/>
        </p:nvSpPr>
        <p:spPr>
          <a:xfrm>
            <a:off x="10451617" y="6688994"/>
            <a:ext cx="42037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10" dirty="0">
                <a:solidFill>
                  <a:srgbClr val="343D4B"/>
                </a:solidFill>
                <a:latin typeface="Arial"/>
                <a:cs typeface="Arial"/>
              </a:rPr>
              <a:t>Jrses</a:t>
            </a:r>
            <a:endParaRPr sz="1300">
              <a:latin typeface="Arial"/>
              <a:cs typeface="Arial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10450690" y="7170351"/>
            <a:ext cx="655955" cy="4565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715"/>
              </a:spcBef>
            </a:pPr>
            <a:r>
              <a:rPr sz="1050" i="1" spc="-140" dirty="0">
                <a:solidFill>
                  <a:srgbClr val="4D4F56"/>
                </a:solidFill>
                <a:latin typeface="Arial"/>
                <a:cs typeface="Arial"/>
              </a:rPr>
              <a:t>JX</a:t>
            </a:r>
            <a:r>
              <a:rPr sz="1050" i="1" spc="6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D4F56"/>
                </a:solidFill>
                <a:latin typeface="Arial"/>
                <a:cs typeface="Arial"/>
              </a:rPr>
              <a:t>Design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850" spc="-10" dirty="0">
                <a:solidFill>
                  <a:srgbClr val="BABCBF"/>
                </a:solidFill>
                <a:latin typeface="Arial"/>
                <a:cs typeface="Arial"/>
              </a:rPr>
              <a:t>Courses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0440230" y="8011004"/>
            <a:ext cx="478790" cy="473709"/>
          </a:xfrm>
          <a:prstGeom prst="rect">
            <a:avLst/>
          </a:prstGeom>
        </p:spPr>
        <p:txBody>
          <a:bodyPr vert="horz" wrap="square" lIns="0" tIns="1003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90"/>
              </a:spcBef>
            </a:pPr>
            <a:r>
              <a:rPr sz="1050" spc="-10" dirty="0">
                <a:solidFill>
                  <a:srgbClr val="6B6B79"/>
                </a:solidFill>
                <a:latin typeface="Arial"/>
                <a:cs typeface="Arial"/>
              </a:rPr>
              <a:t>·</a:t>
            </a:r>
            <a:r>
              <a:rPr sz="1050" spc="-10" dirty="0">
                <a:solidFill>
                  <a:srgbClr val="4D4F56"/>
                </a:solidFill>
                <a:latin typeface="Arial"/>
                <a:cs typeface="Arial"/>
              </a:rPr>
              <a:t>ke</a:t>
            </a:r>
            <a:r>
              <a:rPr sz="1050" spc="-10" dirty="0">
                <a:solidFill>
                  <a:srgbClr val="343D4B"/>
                </a:solidFill>
                <a:latin typeface="Arial"/>
                <a:cs typeface="Arial"/>
              </a:rPr>
              <a:t>t</a:t>
            </a:r>
            <a:r>
              <a:rPr sz="1050" spc="-10" dirty="0">
                <a:solidFill>
                  <a:srgbClr val="4D4F56"/>
                </a:solidFill>
                <a:latin typeface="Arial"/>
                <a:cs typeface="Arial"/>
              </a:rPr>
              <a:t>ing</a:t>
            </a:r>
            <a:endParaRPr sz="1050">
              <a:latin typeface="Arial"/>
              <a:cs typeface="Arial"/>
            </a:endParaRPr>
          </a:p>
          <a:p>
            <a:pPr marL="22860">
              <a:lnSpc>
                <a:spcPct val="100000"/>
              </a:lnSpc>
              <a:spcBef>
                <a:spcPts val="555"/>
              </a:spcBef>
            </a:pPr>
            <a:r>
              <a:rPr sz="850" spc="-10" dirty="0">
                <a:solidFill>
                  <a:srgbClr val="BABCBF"/>
                </a:solidFill>
                <a:latin typeface="Arial"/>
                <a:cs typeface="Arial"/>
              </a:rPr>
              <a:t>Courses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26" name="object 26"/>
          <p:cNvSpPr txBox="1"/>
          <p:nvPr/>
        </p:nvSpPr>
        <p:spPr>
          <a:xfrm>
            <a:off x="10444510" y="8953049"/>
            <a:ext cx="483234" cy="38608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00" spc="-150" dirty="0">
                <a:solidFill>
                  <a:srgbClr val="4D4F56"/>
                </a:solidFill>
                <a:latin typeface="Arial"/>
                <a:cs typeface="Arial"/>
              </a:rPr>
              <a:t>:&gt;</a:t>
            </a:r>
            <a:r>
              <a:rPr sz="1000" spc="-3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050" spc="-20" dirty="0">
                <a:solidFill>
                  <a:srgbClr val="4D4F56"/>
                </a:solidFill>
                <a:latin typeface="Arial"/>
                <a:cs typeface="Arial"/>
              </a:rPr>
              <a:t>Dev.</a:t>
            </a:r>
            <a:endParaRPr sz="10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700"/>
              </a:spcBef>
            </a:pPr>
            <a:r>
              <a:rPr sz="700" dirty="0">
                <a:solidFill>
                  <a:srgbClr val="BABCBF"/>
                </a:solidFill>
                <a:latin typeface="Arial"/>
                <a:cs typeface="Arial"/>
              </a:rPr>
              <a:t>COU</a:t>
            </a:r>
            <a:r>
              <a:rPr sz="700" spc="26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700" spc="55" dirty="0">
                <a:solidFill>
                  <a:srgbClr val="BABCBF"/>
                </a:solidFill>
                <a:latin typeface="Arial"/>
                <a:cs typeface="Arial"/>
              </a:rPr>
              <a:t>:i8S</a:t>
            </a:r>
            <a:endParaRPr sz="700">
              <a:latin typeface="Arial"/>
              <a:cs typeface="Arial"/>
            </a:endParaRPr>
          </a:p>
        </p:txBody>
      </p:sp>
      <p:sp>
        <p:nvSpPr>
          <p:cNvPr id="27" name="object 27"/>
          <p:cNvSpPr txBox="1"/>
          <p:nvPr/>
        </p:nvSpPr>
        <p:spPr>
          <a:xfrm>
            <a:off x="10443670" y="9737594"/>
            <a:ext cx="680085" cy="4565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50" spc="55" dirty="0">
                <a:solidFill>
                  <a:srgbClr val="AAAAAF"/>
                </a:solidFill>
                <a:latin typeface="Arial"/>
                <a:cs typeface="Arial"/>
              </a:rPr>
              <a:t>.</a:t>
            </a:r>
            <a:r>
              <a:rPr sz="1050" spc="55" dirty="0">
                <a:solidFill>
                  <a:srgbClr val="4D4F56"/>
                </a:solidFill>
                <a:latin typeface="Arial"/>
                <a:cs typeface="Arial"/>
              </a:rPr>
              <a:t>hem</a:t>
            </a:r>
            <a:r>
              <a:rPr sz="1050" spc="55" dirty="0">
                <a:solidFill>
                  <a:srgbClr val="343D4B"/>
                </a:solidFill>
                <a:latin typeface="Arial"/>
                <a:cs typeface="Arial"/>
              </a:rPr>
              <a:t>a</a:t>
            </a:r>
            <a:r>
              <a:rPr sz="1050" spc="55" dirty="0">
                <a:solidFill>
                  <a:srgbClr val="4D4F56"/>
                </a:solidFill>
                <a:latin typeface="Arial"/>
                <a:cs typeface="Arial"/>
              </a:rPr>
              <a:t>tics</a:t>
            </a:r>
            <a:endParaRPr sz="1050">
              <a:latin typeface="Arial"/>
              <a:cs typeface="Arial"/>
            </a:endParaRPr>
          </a:p>
          <a:p>
            <a:pPr marL="20320">
              <a:lnSpc>
                <a:spcPct val="100000"/>
              </a:lnSpc>
              <a:spcBef>
                <a:spcPts val="490"/>
              </a:spcBef>
            </a:pPr>
            <a:r>
              <a:rPr sz="850" spc="65" dirty="0">
                <a:solidFill>
                  <a:srgbClr val="BABCBF"/>
                </a:solidFill>
                <a:latin typeface="Arial"/>
                <a:cs typeface="Arial"/>
              </a:rPr>
              <a:t>courses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28" name="object 28"/>
          <p:cNvSpPr txBox="1"/>
          <p:nvPr/>
        </p:nvSpPr>
        <p:spPr>
          <a:xfrm>
            <a:off x="11730639" y="3968188"/>
            <a:ext cx="104775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40" dirty="0">
                <a:solidFill>
                  <a:srgbClr val="AAAAAF"/>
                </a:solidFill>
                <a:latin typeface="Arial"/>
                <a:cs typeface="Arial"/>
              </a:rPr>
              <a:t>0</a:t>
            </a:r>
            <a:endParaRPr sz="950">
              <a:latin typeface="Arial"/>
              <a:cs typeface="Arial"/>
            </a:endParaRPr>
          </a:p>
        </p:txBody>
      </p:sp>
      <p:sp>
        <p:nvSpPr>
          <p:cNvPr id="29" name="object 29"/>
          <p:cNvSpPr txBox="1"/>
          <p:nvPr/>
        </p:nvSpPr>
        <p:spPr>
          <a:xfrm>
            <a:off x="12336196" y="6732306"/>
            <a:ext cx="62865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60" dirty="0">
                <a:solidFill>
                  <a:srgbClr val="797C8A"/>
                </a:solidFill>
                <a:latin typeface="Arial"/>
                <a:cs typeface="Arial"/>
              </a:rPr>
              <a:t>All</a:t>
            </a:r>
            <a:r>
              <a:rPr sz="800" spc="-105" dirty="0">
                <a:solidFill>
                  <a:srgbClr val="797C8A"/>
                </a:solidFill>
                <a:latin typeface="Arial"/>
                <a:cs typeface="Arial"/>
              </a:rPr>
              <a:t> </a:t>
            </a:r>
            <a:r>
              <a:rPr sz="800" spc="90" dirty="0">
                <a:solidFill>
                  <a:srgbClr val="898C9C"/>
                </a:solidFill>
                <a:latin typeface="Arial"/>
                <a:cs typeface="Arial"/>
              </a:rPr>
              <a:t>courses</a:t>
            </a:r>
            <a:endParaRPr sz="80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3248027" y="6673243"/>
            <a:ext cx="128333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55" dirty="0">
                <a:solidFill>
                  <a:srgbClr val="4D4F56"/>
                </a:solidFill>
                <a:latin typeface="Arial"/>
                <a:cs typeface="Arial"/>
              </a:rPr>
              <a:t>Current </a:t>
            </a:r>
            <a:r>
              <a:rPr sz="1300" spc="60" dirty="0">
                <a:solidFill>
                  <a:srgbClr val="343D4B"/>
                </a:solidFill>
                <a:latin typeface="Arial"/>
                <a:cs typeface="Arial"/>
              </a:rPr>
              <a:t>Activity</a:t>
            </a:r>
            <a:endParaRPr sz="130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1895414" y="7334741"/>
            <a:ext cx="99631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  <a:tabLst>
                <a:tab pos="937260" algn="l"/>
              </a:tabLst>
            </a:pPr>
            <a:r>
              <a:rPr sz="900" b="1" spc="40" dirty="0">
                <a:solidFill>
                  <a:srgbClr val="EBDB6E"/>
                </a:solidFill>
                <a:latin typeface="Times New Roman"/>
                <a:cs typeface="Times New Roman"/>
              </a:rPr>
              <a:t>'ltlllwCour..</a:t>
            </a:r>
            <a:r>
              <a:rPr sz="900" b="1" dirty="0">
                <a:solidFill>
                  <a:srgbClr val="EBDB6E"/>
                </a:solidFill>
                <a:latin typeface="Times New Roman"/>
                <a:cs typeface="Times New Roman"/>
              </a:rPr>
              <a:t>	</a:t>
            </a:r>
            <a:r>
              <a:rPr sz="1000" spc="-50" dirty="0">
                <a:solidFill>
                  <a:srgbClr val="797C8A"/>
                </a:solidFill>
                <a:latin typeface="Times New Roman"/>
                <a:cs typeface="Times New Roman"/>
              </a:rPr>
              <a:t>I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902913" y="8200990"/>
            <a:ext cx="967105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22019" algn="l"/>
              </a:tabLst>
            </a:pPr>
            <a:r>
              <a:rPr sz="900" spc="-25" dirty="0">
                <a:solidFill>
                  <a:srgbClr val="D895A8"/>
                </a:solidFill>
                <a:latin typeface="Arial"/>
                <a:cs typeface="Arial"/>
              </a:rPr>
              <a:t>View</a:t>
            </a:r>
            <a:r>
              <a:rPr sz="900" spc="-120" dirty="0">
                <a:solidFill>
                  <a:srgbClr val="D895A8"/>
                </a:solidFill>
                <a:latin typeface="Arial"/>
                <a:cs typeface="Arial"/>
              </a:rPr>
              <a:t> </a:t>
            </a:r>
            <a:r>
              <a:rPr sz="900" spc="-10" dirty="0">
                <a:solidFill>
                  <a:srgbClr val="D895A8"/>
                </a:solidFill>
                <a:latin typeface="Arial"/>
                <a:cs typeface="Arial"/>
              </a:rPr>
              <a:t>Covrses</a:t>
            </a:r>
            <a:r>
              <a:rPr sz="900" dirty="0">
                <a:solidFill>
                  <a:srgbClr val="D895A8"/>
                </a:solidFill>
                <a:latin typeface="Arial"/>
                <a:cs typeface="Arial"/>
              </a:rPr>
              <a:t>	</a:t>
            </a:r>
            <a:r>
              <a:rPr sz="900" spc="-50" dirty="0">
                <a:solidFill>
                  <a:srgbClr val="797C8A"/>
                </a:solidFill>
                <a:latin typeface="Arial"/>
                <a:cs typeface="Arial"/>
              </a:rPr>
              <a:t>I</a:t>
            </a:r>
            <a:endParaRPr sz="90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1902944" y="9067237"/>
            <a:ext cx="69850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10" dirty="0">
                <a:solidFill>
                  <a:srgbClr val="97C8C1"/>
                </a:solidFill>
                <a:latin typeface="Arial"/>
                <a:cs typeface="Arial"/>
              </a:rPr>
              <a:t>ViewCourses</a:t>
            </a:r>
            <a:endParaRPr sz="85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2814548" y="9067237"/>
            <a:ext cx="5715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solidFill>
                  <a:srgbClr val="6B6B79"/>
                </a:solidFill>
                <a:latin typeface="Arial"/>
                <a:cs typeface="Arial"/>
              </a:rPr>
              <a:t>;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1902018" y="9909860"/>
            <a:ext cx="975994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920750" algn="l"/>
              </a:tabLst>
            </a:pPr>
            <a:r>
              <a:rPr sz="900" dirty="0">
                <a:solidFill>
                  <a:srgbClr val="85B8CF"/>
                </a:solidFill>
                <a:latin typeface="Arial"/>
                <a:cs typeface="Arial"/>
              </a:rPr>
              <a:t>v,ew</a:t>
            </a:r>
            <a:r>
              <a:rPr sz="900" spc="-110" dirty="0">
                <a:solidFill>
                  <a:srgbClr val="85B8CF"/>
                </a:solidFill>
                <a:latin typeface="Arial"/>
                <a:cs typeface="Arial"/>
              </a:rPr>
              <a:t> </a:t>
            </a:r>
            <a:r>
              <a:rPr sz="800" spc="-10" dirty="0">
                <a:solidFill>
                  <a:srgbClr val="6EB3D3"/>
                </a:solidFill>
                <a:latin typeface="Arial"/>
                <a:cs typeface="Arial"/>
              </a:rPr>
              <a:t>Courses</a:t>
            </a:r>
            <a:r>
              <a:rPr sz="800" dirty="0">
                <a:solidFill>
                  <a:srgbClr val="6EB3D3"/>
                </a:solidFill>
                <a:latin typeface="Arial"/>
                <a:cs typeface="Arial"/>
              </a:rPr>
              <a:t>	</a:t>
            </a:r>
            <a:r>
              <a:rPr sz="900" spc="-50" dirty="0">
                <a:solidFill>
                  <a:srgbClr val="6B6B79"/>
                </a:solidFill>
                <a:latin typeface="Times New Roman"/>
                <a:cs typeface="Times New Roman"/>
              </a:rPr>
              <a:t>!</a:t>
            </a:r>
            <a:endParaRPr sz="900">
              <a:latin typeface="Times New Roman"/>
              <a:cs typeface="Times New Roman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3409071" y="7188441"/>
            <a:ext cx="1639570" cy="398145"/>
          </a:xfrm>
          <a:prstGeom prst="rect">
            <a:avLst/>
          </a:prstGeom>
        </p:spPr>
        <p:txBody>
          <a:bodyPr vert="horz" wrap="square" lIns="0" tIns="412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25"/>
              </a:spcBef>
            </a:pPr>
            <a:r>
              <a:rPr sz="1300" spc="55" dirty="0">
                <a:solidFill>
                  <a:srgbClr val="4D4F56"/>
                </a:solidFill>
                <a:latin typeface="Arial"/>
                <a:cs typeface="Arial"/>
              </a:rPr>
              <a:t>Monthly</a:t>
            </a:r>
            <a:r>
              <a:rPr sz="1300" spc="-2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300" spc="-10" dirty="0">
                <a:solidFill>
                  <a:srgbClr val="4D4F56"/>
                </a:solidFill>
                <a:latin typeface="Arial"/>
                <a:cs typeface="Arial"/>
              </a:rPr>
              <a:t>Progress</a:t>
            </a:r>
            <a:endParaRPr sz="1300">
              <a:latin typeface="Arial"/>
              <a:cs typeface="Arial"/>
            </a:endParaRPr>
          </a:p>
          <a:p>
            <a:pPr marL="64769">
              <a:lnSpc>
                <a:spcPct val="100000"/>
              </a:lnSpc>
              <a:spcBef>
                <a:spcPts val="180"/>
              </a:spcBef>
            </a:pPr>
            <a:r>
              <a:rPr sz="800" spc="-10" dirty="0">
                <a:solidFill>
                  <a:srgbClr val="BABCBF"/>
                </a:solidFill>
                <a:latin typeface="Arial"/>
                <a:cs typeface="Arial"/>
              </a:rPr>
              <a:t>hos</a:t>
            </a:r>
            <a:r>
              <a:rPr sz="800" spc="-95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BABCBF"/>
                </a:solidFill>
                <a:latin typeface="Arial"/>
                <a:cs typeface="Arial"/>
              </a:rPr>
              <a:t>is</a:t>
            </a:r>
            <a:r>
              <a:rPr sz="800" spc="11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BABCBF"/>
                </a:solidFill>
                <a:latin typeface="Arial"/>
                <a:cs typeface="Arial"/>
              </a:rPr>
              <a:t>:he</a:t>
            </a:r>
            <a:r>
              <a:rPr sz="800" spc="305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spc="70" dirty="0">
                <a:solidFill>
                  <a:srgbClr val="CACACD"/>
                </a:solidFill>
                <a:latin typeface="Arial"/>
                <a:cs typeface="Arial"/>
              </a:rPr>
              <a:t>latest</a:t>
            </a:r>
            <a:r>
              <a:rPr sz="800" spc="110" dirty="0">
                <a:solidFill>
                  <a:srgbClr val="CACACD"/>
                </a:solidFill>
                <a:latin typeface="Arial"/>
                <a:cs typeface="Arial"/>
              </a:rPr>
              <a:t> </a:t>
            </a:r>
            <a:r>
              <a:rPr sz="800" spc="125" dirty="0">
                <a:solidFill>
                  <a:srgbClr val="CACACD"/>
                </a:solidFill>
                <a:latin typeface="Arial"/>
                <a:cs typeface="Arial"/>
              </a:rPr>
              <a:t>mpro</a:t>
            </a:r>
            <a:r>
              <a:rPr sz="800" spc="170" dirty="0">
                <a:solidFill>
                  <a:srgbClr val="CACACD"/>
                </a:solidFill>
                <a:latin typeface="Arial"/>
                <a:cs typeface="Arial"/>
              </a:rPr>
              <a:t> </a:t>
            </a:r>
            <a:r>
              <a:rPr sz="800" spc="105" dirty="0">
                <a:solidFill>
                  <a:srgbClr val="BABCBF"/>
                </a:solidFill>
                <a:latin typeface="Arial"/>
                <a:cs typeface="Arial"/>
              </a:rPr>
              <a:t>ement</a:t>
            </a:r>
            <a:endParaRPr sz="8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8543981" y="5111346"/>
            <a:ext cx="94615" cy="258445"/>
          </a:xfrm>
          <a:custGeom>
            <a:avLst/>
            <a:gdLst/>
            <a:ahLst/>
            <a:cxnLst/>
            <a:rect l="l" t="t" r="r" b="b"/>
            <a:pathLst>
              <a:path w="94615" h="258445">
                <a:moveTo>
                  <a:pt x="94385" y="257844"/>
                </a:moveTo>
                <a:lnTo>
                  <a:pt x="0" y="257844"/>
                </a:lnTo>
                <a:lnTo>
                  <a:pt x="0" y="0"/>
                </a:lnTo>
                <a:lnTo>
                  <a:pt x="94385" y="0"/>
                </a:lnTo>
                <a:lnTo>
                  <a:pt x="94385" y="257844"/>
                </a:lnTo>
                <a:close/>
              </a:path>
            </a:pathLst>
          </a:custGeom>
          <a:solidFill>
            <a:srgbClr val="0F9A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8467970" y="4539124"/>
            <a:ext cx="575310" cy="819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48615">
              <a:lnSpc>
                <a:spcPts val="1470"/>
              </a:lnSpc>
              <a:spcBef>
                <a:spcPts val="90"/>
              </a:spcBef>
            </a:pPr>
            <a:r>
              <a:rPr sz="1250" spc="-25" dirty="0">
                <a:solidFill>
                  <a:srgbClr val="4D4F56"/>
                </a:solidFill>
                <a:latin typeface="Arial"/>
                <a:cs typeface="Arial"/>
              </a:rPr>
              <a:t>He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ts val="1530"/>
              </a:lnSpc>
            </a:pPr>
            <a:r>
              <a:rPr sz="1300" spc="55" dirty="0">
                <a:solidFill>
                  <a:srgbClr val="4D4F56"/>
                </a:solidFill>
                <a:latin typeface="Arial"/>
                <a:cs typeface="Arial"/>
              </a:rPr>
              <a:t>knoled</a:t>
            </a:r>
            <a:endParaRPr sz="13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5"/>
              </a:spcBef>
            </a:pPr>
            <a:endParaRPr sz="130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5"/>
              </a:spcBef>
              <a:tabLst>
                <a:tab pos="333375" algn="l"/>
              </a:tabLst>
            </a:pPr>
            <a:r>
              <a:rPr sz="1450" spc="65" dirty="0">
                <a:solidFill>
                  <a:srgbClr val="D8FDFD"/>
                </a:solidFill>
                <a:latin typeface="Arial"/>
                <a:cs typeface="Arial"/>
              </a:rPr>
              <a:t>+</a:t>
            </a:r>
            <a:r>
              <a:rPr sz="1450" dirty="0">
                <a:solidFill>
                  <a:srgbClr val="D8FDFD"/>
                </a:solidFill>
                <a:latin typeface="Arial"/>
                <a:cs typeface="Arial"/>
              </a:rPr>
              <a:t>	</a:t>
            </a:r>
            <a:r>
              <a:rPr sz="1000" spc="-25" dirty="0">
                <a:solidFill>
                  <a:srgbClr val="97E4FB"/>
                </a:solidFill>
                <a:latin typeface="Arial"/>
                <a:cs typeface="Arial"/>
              </a:rPr>
              <a:t>ere</a:t>
            </a:r>
            <a:endParaRPr sz="10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8001704" y="5637684"/>
            <a:ext cx="103695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75" dirty="0">
                <a:solidFill>
                  <a:srgbClr val="57AFD8"/>
                </a:solidFill>
                <a:latin typeface="Arial"/>
                <a:cs typeface="Arial"/>
              </a:rPr>
              <a:t>Courses</a:t>
            </a:r>
            <a:r>
              <a:rPr sz="800" spc="-90" dirty="0">
                <a:solidFill>
                  <a:srgbClr val="57AFD8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57AFD8"/>
                </a:solidFill>
                <a:latin typeface="Arial"/>
                <a:cs typeface="Arial"/>
              </a:rPr>
              <a:t>In</a:t>
            </a:r>
            <a:r>
              <a:rPr sz="800" dirty="0">
                <a:solidFill>
                  <a:srgbClr val="57AFD8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57AFD8"/>
                </a:solidFill>
                <a:latin typeface="Arial"/>
                <a:cs typeface="Arial"/>
              </a:rPr>
              <a:t>Progres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8441497" y="5901495"/>
            <a:ext cx="221615" cy="40386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2450" b="1" spc="125" dirty="0">
                <a:solidFill>
                  <a:srgbClr val="3D426B"/>
                </a:solidFill>
                <a:latin typeface="Arial"/>
                <a:cs typeface="Arial"/>
              </a:rPr>
              <a:t>5</a:t>
            </a:r>
            <a:endParaRPr sz="24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6980313" y="6688994"/>
            <a:ext cx="128206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343D4B"/>
                </a:solidFill>
                <a:latin typeface="Arial"/>
                <a:cs typeface="Arial"/>
              </a:rPr>
              <a:t>Best</a:t>
            </a:r>
            <a:r>
              <a:rPr sz="1300" spc="3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1300" spc="55" dirty="0">
                <a:solidFill>
                  <a:srgbClr val="1D2638"/>
                </a:solidFill>
                <a:latin typeface="Arial"/>
                <a:cs typeface="Arial"/>
              </a:rPr>
              <a:t>Instru</a:t>
            </a:r>
            <a:r>
              <a:rPr sz="1300" spc="55" dirty="0">
                <a:solidFill>
                  <a:srgbClr val="4D4F56"/>
                </a:solidFill>
                <a:latin typeface="Arial"/>
                <a:cs typeface="Arial"/>
              </a:rPr>
              <a:t>c</a:t>
            </a:r>
            <a:r>
              <a:rPr sz="1300" spc="55" dirty="0">
                <a:solidFill>
                  <a:srgbClr val="343D4B"/>
                </a:solidFill>
                <a:latin typeface="Arial"/>
                <a:cs typeface="Arial"/>
              </a:rPr>
              <a:t>tor</a:t>
            </a:r>
            <a:r>
              <a:rPr sz="1300" spc="55" dirty="0">
                <a:solidFill>
                  <a:srgbClr val="4D4F56"/>
                </a:solidFill>
                <a:latin typeface="Arial"/>
                <a:cs typeface="Arial"/>
              </a:rPr>
              <a:t>s</a:t>
            </a:r>
            <a:endParaRPr sz="13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399439" y="7311117"/>
            <a:ext cx="175260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-80" dirty="0">
                <a:solidFill>
                  <a:srgbClr val="57AFD8"/>
                </a:solidFill>
                <a:latin typeface="Arial"/>
                <a:cs typeface="Arial"/>
              </a:rPr>
              <a:t>mi</a:t>
            </a:r>
            <a:endParaRPr sz="13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6948077" y="6830743"/>
            <a:ext cx="30988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415" dirty="0">
                <a:solidFill>
                  <a:srgbClr val="493628"/>
                </a:solidFill>
                <a:latin typeface="Arial"/>
                <a:cs typeface="Arial"/>
              </a:rPr>
              <a:t>=</a:t>
            </a:r>
            <a:endParaRPr sz="445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7658333" y="7195945"/>
            <a:ext cx="915669" cy="438784"/>
          </a:xfrm>
          <a:prstGeom prst="rect">
            <a:avLst/>
          </a:prstGeom>
        </p:spPr>
        <p:txBody>
          <a:bodyPr vert="horz" wrap="square" lIns="0" tIns="806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35"/>
              </a:spcBef>
            </a:pPr>
            <a:r>
              <a:rPr sz="1050" dirty="0">
                <a:solidFill>
                  <a:srgbClr val="4D4F56"/>
                </a:solidFill>
                <a:latin typeface="Arial"/>
                <a:cs typeface="Arial"/>
              </a:rPr>
              <a:t>Nil</a:t>
            </a:r>
            <a:r>
              <a:rPr sz="1050" spc="80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050" spc="-10" dirty="0">
                <a:solidFill>
                  <a:srgbClr val="4D4F56"/>
                </a:solidFill>
                <a:latin typeface="Arial"/>
                <a:cs typeface="Arial"/>
              </a:rPr>
              <a:t>Yeager</a:t>
            </a:r>
            <a:endParaRPr sz="1050">
              <a:latin typeface="Arial"/>
              <a:cs typeface="Arial"/>
            </a:endParaRPr>
          </a:p>
          <a:p>
            <a:pPr marL="18415">
              <a:lnSpc>
                <a:spcPct val="100000"/>
              </a:lnSpc>
              <a:spcBef>
                <a:spcPts val="430"/>
              </a:spcBef>
            </a:pPr>
            <a:r>
              <a:rPr sz="850" dirty="0">
                <a:solidFill>
                  <a:srgbClr val="BABCBF"/>
                </a:solidFill>
                <a:latin typeface="Arial"/>
                <a:cs typeface="Arial"/>
              </a:rPr>
              <a:t>5</a:t>
            </a:r>
            <a:r>
              <a:rPr sz="850" spc="-1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spc="75" dirty="0">
                <a:solidFill>
                  <a:srgbClr val="BABCBF"/>
                </a:solidFill>
                <a:latin typeface="Arial"/>
                <a:cs typeface="Arial"/>
              </a:rPr>
              <a:t>Design</a:t>
            </a:r>
            <a:r>
              <a:rPr sz="800" spc="-95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50" spc="40" dirty="0">
                <a:solidFill>
                  <a:srgbClr val="BABCBF"/>
                </a:solidFill>
                <a:latin typeface="Arial"/>
                <a:cs typeface="Arial"/>
              </a:rPr>
              <a:t>Course</a:t>
            </a:r>
            <a:endParaRPr sz="85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7240646" y="7476491"/>
            <a:ext cx="6413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solidFill>
                  <a:srgbClr val="797C8A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645757" y="7874178"/>
            <a:ext cx="8191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CACACD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3645757" y="8063177"/>
            <a:ext cx="8191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dirty="0">
                <a:solidFill>
                  <a:srgbClr val="CACACD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3645757" y="8425426"/>
            <a:ext cx="81280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700" spc="-50" dirty="0">
                <a:solidFill>
                  <a:srgbClr val="CACACD"/>
                </a:solidFill>
                <a:latin typeface="Arial"/>
                <a:cs typeface="Arial"/>
              </a:rPr>
              <a:t>0</a:t>
            </a:r>
            <a:endParaRPr sz="7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3646087" y="8622300"/>
            <a:ext cx="76200" cy="1250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50" dirty="0">
                <a:solidFill>
                  <a:srgbClr val="CACACD"/>
                </a:solidFill>
                <a:latin typeface="Arial"/>
                <a:cs typeface="Arial"/>
              </a:rPr>
              <a:t>0</a:t>
            </a:r>
            <a:endParaRPr sz="6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7187002" y="8064162"/>
            <a:ext cx="1433195" cy="421005"/>
          </a:xfrm>
          <a:prstGeom prst="rect">
            <a:avLst/>
          </a:prstGeom>
        </p:spPr>
        <p:txBody>
          <a:bodyPr vert="horz" wrap="square" lIns="0" tIns="711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60"/>
              </a:spcBef>
              <a:tabLst>
                <a:tab pos="483234" algn="l"/>
              </a:tabLst>
            </a:pPr>
            <a:r>
              <a:rPr sz="1050" spc="85" dirty="0">
                <a:solidFill>
                  <a:srgbClr val="BF6034"/>
                </a:solidFill>
                <a:latin typeface="Arial"/>
                <a:cs typeface="Arial"/>
              </a:rPr>
              <a:t>�</a:t>
            </a:r>
            <a:r>
              <a:rPr sz="1050" dirty="0">
                <a:solidFill>
                  <a:srgbClr val="BF6034"/>
                </a:solidFill>
                <a:latin typeface="Arial"/>
                <a:cs typeface="Arial"/>
              </a:rPr>
              <a:t>	</a:t>
            </a:r>
            <a:r>
              <a:rPr sz="1050" spc="55" dirty="0">
                <a:solidFill>
                  <a:srgbClr val="4D4F56"/>
                </a:solidFill>
                <a:latin typeface="Arial"/>
                <a:cs typeface="Arial"/>
              </a:rPr>
              <a:t>Theron</a:t>
            </a:r>
            <a:r>
              <a:rPr sz="1050" spc="-90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050" spc="70" dirty="0">
                <a:solidFill>
                  <a:srgbClr val="4D4F56"/>
                </a:solidFill>
                <a:latin typeface="Arial"/>
                <a:cs typeface="Arial"/>
              </a:rPr>
              <a:t>Trump</a:t>
            </a:r>
            <a:endParaRPr sz="1050">
              <a:latin typeface="Arial"/>
              <a:cs typeface="Arial"/>
            </a:endParaRPr>
          </a:p>
          <a:p>
            <a:pPr marL="59690">
              <a:lnSpc>
                <a:spcPct val="100000"/>
              </a:lnSpc>
              <a:spcBef>
                <a:spcPts val="365"/>
              </a:spcBef>
              <a:tabLst>
                <a:tab pos="489584" algn="l"/>
              </a:tabLst>
            </a:pPr>
            <a:r>
              <a:rPr sz="800" spc="225" dirty="0">
                <a:solidFill>
                  <a:srgbClr val="DB5269"/>
                </a:solidFill>
                <a:latin typeface="Arial"/>
                <a:cs typeface="Arial"/>
              </a:rPr>
              <a:t>.,..</a:t>
            </a:r>
            <a:r>
              <a:rPr sz="800" dirty="0">
                <a:solidFill>
                  <a:srgbClr val="DB5269"/>
                </a:solidFill>
                <a:latin typeface="Arial"/>
                <a:cs typeface="Arial"/>
              </a:rPr>
              <a:t>	</a:t>
            </a:r>
            <a:r>
              <a:rPr sz="800" spc="100" dirty="0">
                <a:solidFill>
                  <a:srgbClr val="BABCBF"/>
                </a:solidFill>
                <a:latin typeface="Arial"/>
                <a:cs typeface="Arial"/>
              </a:rPr>
              <a:t>5Design</a:t>
            </a:r>
            <a:r>
              <a:rPr sz="800" spc="-85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50" spc="40" dirty="0">
                <a:solidFill>
                  <a:srgbClr val="BABCBF"/>
                </a:solidFill>
                <a:latin typeface="Arial"/>
                <a:cs typeface="Arial"/>
              </a:rPr>
              <a:t>Course</a:t>
            </a:r>
            <a:endParaRPr sz="85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3780441" y="8791612"/>
            <a:ext cx="19875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CACACD"/>
                </a:solidFill>
                <a:latin typeface="Arial"/>
                <a:cs typeface="Arial"/>
              </a:rPr>
              <a:t>Jan</a:t>
            </a:r>
            <a:endParaRPr sz="8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4351727" y="8783738"/>
            <a:ext cx="9017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i="1" spc="-50" dirty="0">
                <a:solidFill>
                  <a:srgbClr val="CACACD"/>
                </a:solidFill>
                <a:latin typeface="Arial"/>
                <a:cs typeface="Arial"/>
              </a:rPr>
              <a:t>e</a:t>
            </a:r>
            <a:endParaRPr sz="85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4810469" y="8791612"/>
            <a:ext cx="14033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CACACD"/>
                </a:solidFill>
                <a:latin typeface="Arial"/>
                <a:cs typeface="Arial"/>
              </a:rPr>
              <a:t>11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5419789" y="8767988"/>
            <a:ext cx="116839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40" dirty="0">
                <a:solidFill>
                  <a:srgbClr val="CACACD"/>
                </a:solidFill>
                <a:latin typeface="Times New Roman"/>
                <a:cs typeface="Times New Roman"/>
              </a:rPr>
              <a:t>pr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5941859" y="8767988"/>
            <a:ext cx="8445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solidFill>
                  <a:srgbClr val="CACACD"/>
                </a:solidFill>
                <a:latin typeface="Times New Roman"/>
                <a:cs typeface="Times New Roman"/>
              </a:rPr>
              <a:t>a</a:t>
            </a:r>
            <a:endParaRPr sz="1000">
              <a:latin typeface="Times New Roman"/>
              <a:cs typeface="Times New Roman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0458606" y="10681607"/>
            <a:ext cx="13493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4D4F56"/>
                </a:solidFill>
                <a:latin typeface="Arial"/>
                <a:cs typeface="Arial"/>
              </a:rPr>
              <a:t>ool</a:t>
            </a:r>
            <a:r>
              <a:rPr sz="1300" spc="10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300" spc="45" dirty="0">
                <a:solidFill>
                  <a:srgbClr val="4D4F56"/>
                </a:solidFill>
                <a:latin typeface="Arial"/>
                <a:cs typeface="Arial"/>
              </a:rPr>
              <a:t>Performance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5269776" y="10681607"/>
            <a:ext cx="1980564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dirty="0">
                <a:solidFill>
                  <a:srgbClr val="4D4F56"/>
                </a:solidFill>
                <a:latin typeface="Arial"/>
                <a:cs typeface="Arial"/>
              </a:rPr>
              <a:t>Overall</a:t>
            </a:r>
            <a:r>
              <a:rPr sz="1300" spc="110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300" dirty="0">
                <a:solidFill>
                  <a:srgbClr val="4D4F56"/>
                </a:solidFill>
                <a:latin typeface="Arial"/>
                <a:cs typeface="Arial"/>
              </a:rPr>
              <a:t>Pass</a:t>
            </a:r>
            <a:r>
              <a:rPr sz="1300" spc="15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300" spc="45" dirty="0">
                <a:solidFill>
                  <a:srgbClr val="4D4F56"/>
                </a:solidFill>
                <a:latin typeface="Arial"/>
                <a:cs typeface="Arial"/>
              </a:rPr>
              <a:t>Percentage</a:t>
            </a:r>
            <a:endParaRPr sz="130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7210140" y="8697113"/>
            <a:ext cx="1362075" cy="6623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4050"/>
              </a:lnSpc>
              <a:spcBef>
                <a:spcPts val="120"/>
              </a:spcBef>
              <a:tabLst>
                <a:tab pos="459740" algn="l"/>
              </a:tabLst>
            </a:pPr>
            <a:r>
              <a:rPr sz="1050" u="sng" spc="-290" dirty="0">
                <a:solidFill>
                  <a:srgbClr val="4D4F56"/>
                </a:solidFill>
                <a:uFill>
                  <a:solidFill>
                    <a:srgbClr val="663D1C"/>
                  </a:solidFill>
                </a:uFill>
                <a:latin typeface="Arial"/>
                <a:cs typeface="Arial"/>
              </a:rPr>
              <a:t> </a:t>
            </a:r>
            <a:r>
              <a:rPr sz="3450" b="1" u="none" spc="-620" dirty="0">
                <a:solidFill>
                  <a:srgbClr val="663D1C"/>
                </a:solidFill>
                <a:latin typeface="Arial"/>
                <a:cs typeface="Arial"/>
              </a:rPr>
              <a:t>LI</a:t>
            </a:r>
            <a:r>
              <a:rPr sz="3450" b="1" u="none" dirty="0">
                <a:solidFill>
                  <a:srgbClr val="663D1C"/>
                </a:solidFill>
                <a:latin typeface="Arial"/>
                <a:cs typeface="Arial"/>
              </a:rPr>
              <a:t>	</a:t>
            </a:r>
            <a:r>
              <a:rPr sz="1050" u="none" spc="75" dirty="0">
                <a:solidFill>
                  <a:srgbClr val="4D4F56"/>
                </a:solidFill>
                <a:latin typeface="Arial"/>
                <a:cs typeface="Arial"/>
              </a:rPr>
              <a:t>TylerMark</a:t>
            </a:r>
            <a:endParaRPr sz="1050">
              <a:latin typeface="Arial"/>
              <a:cs typeface="Arial"/>
            </a:endParaRPr>
          </a:p>
          <a:p>
            <a:pPr marL="466725">
              <a:lnSpc>
                <a:spcPts val="930"/>
              </a:lnSpc>
            </a:pPr>
            <a:r>
              <a:rPr sz="850" spc="60" dirty="0">
                <a:solidFill>
                  <a:srgbClr val="BABCBF"/>
                </a:solidFill>
                <a:latin typeface="Arial"/>
                <a:cs typeface="Arial"/>
              </a:rPr>
              <a:t>5</a:t>
            </a:r>
            <a:r>
              <a:rPr sz="850" spc="1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BABCBF"/>
                </a:solidFill>
                <a:latin typeface="Arial"/>
                <a:cs typeface="Arial"/>
              </a:rPr>
              <a:t>O..slgn</a:t>
            </a:r>
            <a:r>
              <a:rPr sz="800" spc="-7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50" dirty="0">
                <a:solidFill>
                  <a:srgbClr val="BABCBF"/>
                </a:solidFill>
                <a:latin typeface="Arial"/>
                <a:cs typeface="Arial"/>
              </a:rPr>
              <a:t>&lt;-</a:t>
            </a:r>
            <a:r>
              <a:rPr sz="850" spc="-10" dirty="0">
                <a:solidFill>
                  <a:srgbClr val="BABCBF"/>
                </a:solidFill>
                <a:latin typeface="Arial"/>
                <a:cs typeface="Arial"/>
              </a:rPr>
              <a:t>curse</a:t>
            </a:r>
            <a:endParaRPr sz="8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7234724" y="9745470"/>
            <a:ext cx="147955" cy="4565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5"/>
              </a:spcBef>
            </a:pPr>
            <a:r>
              <a:rPr sz="1050" spc="-35" dirty="0">
                <a:solidFill>
                  <a:srgbClr val="93462F"/>
                </a:solidFill>
                <a:latin typeface="Arial"/>
                <a:cs typeface="Arial"/>
              </a:rPr>
              <a:t>�</a:t>
            </a:r>
            <a:endParaRPr sz="1050">
              <a:latin typeface="Arial"/>
              <a:cs typeface="Arial"/>
            </a:endParaRPr>
          </a:p>
          <a:p>
            <a:pPr marL="75565">
              <a:lnSpc>
                <a:spcPct val="100000"/>
              </a:lnSpc>
              <a:spcBef>
                <a:spcPts val="490"/>
              </a:spcBef>
            </a:pPr>
            <a:r>
              <a:rPr sz="850" spc="-50" dirty="0">
                <a:solidFill>
                  <a:srgbClr val="827E34"/>
                </a:solidFill>
                <a:latin typeface="Arial"/>
                <a:cs typeface="Arial"/>
              </a:rPr>
              <a:t>v</a:t>
            </a:r>
            <a:endParaRPr sz="8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658174" y="9745470"/>
            <a:ext cx="916305" cy="456565"/>
          </a:xfrm>
          <a:prstGeom prst="rect">
            <a:avLst/>
          </a:prstGeom>
        </p:spPr>
        <p:txBody>
          <a:bodyPr vert="horz" wrap="square" lIns="0" tIns="90805" rIns="0" bIns="0" rtlCol="0">
            <a:spAutoFit/>
          </a:bodyPr>
          <a:lstStyle/>
          <a:p>
            <a:pPr marL="19050">
              <a:lnSpc>
                <a:spcPct val="100000"/>
              </a:lnSpc>
              <a:spcBef>
                <a:spcPts val="715"/>
              </a:spcBef>
            </a:pPr>
            <a:r>
              <a:rPr sz="1050" spc="75" dirty="0">
                <a:solidFill>
                  <a:srgbClr val="4D4F56"/>
                </a:solidFill>
                <a:latin typeface="Arial"/>
                <a:cs typeface="Arial"/>
              </a:rPr>
              <a:t>Johan</a:t>
            </a:r>
            <a:r>
              <a:rPr sz="1050" spc="-14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050" b="1" spc="-20" dirty="0">
                <a:solidFill>
                  <a:srgbClr val="343D4B"/>
                </a:solidFill>
                <a:latin typeface="Arial"/>
                <a:cs typeface="Arial"/>
              </a:rPr>
              <a:t>Mark</a:t>
            </a:r>
            <a:endParaRPr sz="10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90"/>
              </a:spcBef>
            </a:pPr>
            <a:r>
              <a:rPr sz="750" spc="-120" dirty="0">
                <a:solidFill>
                  <a:srgbClr val="BABCBF"/>
                </a:solidFill>
                <a:latin typeface="Arial"/>
                <a:cs typeface="Arial"/>
              </a:rPr>
              <a:t>1&gt;</a:t>
            </a:r>
            <a:r>
              <a:rPr sz="750" spc="-4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00" spc="100" dirty="0">
                <a:solidFill>
                  <a:srgbClr val="BABCBF"/>
                </a:solidFill>
                <a:latin typeface="Arial"/>
                <a:cs typeface="Arial"/>
              </a:rPr>
              <a:t>Ov.lgn</a:t>
            </a:r>
            <a:r>
              <a:rPr sz="800" spc="-100" dirty="0">
                <a:solidFill>
                  <a:srgbClr val="BABCBF"/>
                </a:solidFill>
                <a:latin typeface="Arial"/>
                <a:cs typeface="Arial"/>
              </a:rPr>
              <a:t> </a:t>
            </a:r>
            <a:r>
              <a:rPr sz="850" spc="70" dirty="0">
                <a:solidFill>
                  <a:srgbClr val="BABCBF"/>
                </a:solidFill>
                <a:latin typeface="Arial"/>
                <a:cs typeface="Arial"/>
              </a:rPr>
              <a:t>course</a:t>
            </a:r>
            <a:endParaRPr sz="8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8069540" y="10689483"/>
            <a:ext cx="968375" cy="224154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300" spc="70" dirty="0">
                <a:solidFill>
                  <a:srgbClr val="4D4F56"/>
                </a:solidFill>
                <a:latin typeface="Arial"/>
                <a:cs typeface="Arial"/>
              </a:rPr>
              <a:t>Content</a:t>
            </a:r>
            <a:r>
              <a:rPr sz="1300" spc="-5" dirty="0">
                <a:solidFill>
                  <a:srgbClr val="4D4F56"/>
                </a:solidFill>
                <a:latin typeface="Arial"/>
                <a:cs typeface="Arial"/>
              </a:rPr>
              <a:t> </a:t>
            </a:r>
            <a:r>
              <a:rPr sz="1300" spc="-105" dirty="0">
                <a:solidFill>
                  <a:srgbClr val="4D4F56"/>
                </a:solidFill>
                <a:latin typeface="Arial"/>
                <a:cs typeface="Arial"/>
              </a:rPr>
              <a:t>Us&lt;</a:t>
            </a:r>
            <a:endParaRPr sz="13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9139638" y="0"/>
            <a:ext cx="2973134" cy="155933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9569197" y="535585"/>
            <a:ext cx="534902" cy="409498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085429" y="3843076"/>
            <a:ext cx="1431509" cy="1433246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85429" y="5890571"/>
            <a:ext cx="1431509" cy="143324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085429" y="7938065"/>
            <a:ext cx="1431509" cy="143324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9375602" y="1779833"/>
            <a:ext cx="519118" cy="12599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9123908" y="2677583"/>
            <a:ext cx="2627055" cy="614248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2049847" y="2677583"/>
            <a:ext cx="644965" cy="26774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9139638" y="3701326"/>
            <a:ext cx="314617" cy="519748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9532908" y="3780076"/>
            <a:ext cx="723619" cy="346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2" cstate="print"/>
          <a:stretch>
            <a:fillRect/>
          </a:stretch>
        </p:blipFill>
        <p:spPr>
          <a:xfrm>
            <a:off x="10476756" y="3685576"/>
            <a:ext cx="550580" cy="551248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3" cstate="print"/>
          <a:stretch>
            <a:fillRect/>
          </a:stretch>
        </p:blipFill>
        <p:spPr>
          <a:xfrm>
            <a:off x="11121721" y="3764327"/>
            <a:ext cx="1148353" cy="346499"/>
          </a:xfrm>
          <a:prstGeom prst="rect">
            <a:avLst/>
          </a:prstGeom>
        </p:spPr>
      </p:pic>
      <p:pic>
        <p:nvPicPr>
          <p:cNvPr id="14" name="object 14"/>
          <p:cNvPicPr/>
          <p:nvPr/>
        </p:nvPicPr>
        <p:blipFill>
          <a:blip r:embed="rId14" cstate="print"/>
          <a:stretch>
            <a:fillRect/>
          </a:stretch>
        </p:blipFill>
        <p:spPr>
          <a:xfrm>
            <a:off x="9454251" y="5764571"/>
            <a:ext cx="786543" cy="125999"/>
          </a:xfrm>
          <a:prstGeom prst="rect">
            <a:avLst/>
          </a:prstGeom>
        </p:spPr>
      </p:pic>
      <p:pic>
        <p:nvPicPr>
          <p:cNvPr id="15" name="object 15"/>
          <p:cNvPicPr/>
          <p:nvPr/>
        </p:nvPicPr>
        <p:blipFill>
          <a:blip r:embed="rId15" cstate="print"/>
          <a:stretch>
            <a:fillRect/>
          </a:stretch>
        </p:blipFill>
        <p:spPr>
          <a:xfrm>
            <a:off x="11389145" y="5638571"/>
            <a:ext cx="786543" cy="110249"/>
          </a:xfrm>
          <a:prstGeom prst="rect">
            <a:avLst/>
          </a:prstGeom>
        </p:spPr>
      </p:pic>
      <p:pic>
        <p:nvPicPr>
          <p:cNvPr id="16" name="object 16"/>
          <p:cNvPicPr/>
          <p:nvPr/>
        </p:nvPicPr>
        <p:blipFill>
          <a:blip r:embed="rId16" cstate="print"/>
          <a:stretch>
            <a:fillRect/>
          </a:stretch>
        </p:blipFill>
        <p:spPr>
          <a:xfrm>
            <a:off x="13638660" y="6930068"/>
            <a:ext cx="786543" cy="236249"/>
          </a:xfrm>
          <a:prstGeom prst="rect">
            <a:avLst/>
          </a:prstGeom>
        </p:spPr>
      </p:pic>
      <p:pic>
        <p:nvPicPr>
          <p:cNvPr id="17" name="object 17"/>
          <p:cNvPicPr/>
          <p:nvPr/>
        </p:nvPicPr>
        <p:blipFill>
          <a:blip r:embed="rId17" cstate="print"/>
          <a:stretch>
            <a:fillRect/>
          </a:stretch>
        </p:blipFill>
        <p:spPr>
          <a:xfrm>
            <a:off x="12930776" y="7906565"/>
            <a:ext cx="2328168" cy="1181246"/>
          </a:xfrm>
          <a:prstGeom prst="rect">
            <a:avLst/>
          </a:prstGeom>
        </p:spPr>
      </p:pic>
      <p:pic>
        <p:nvPicPr>
          <p:cNvPr id="18" name="object 18"/>
          <p:cNvPicPr/>
          <p:nvPr/>
        </p:nvPicPr>
        <p:blipFill>
          <a:blip r:embed="rId18" cstate="print"/>
          <a:stretch>
            <a:fillRect/>
          </a:stretch>
        </p:blipFill>
        <p:spPr>
          <a:xfrm>
            <a:off x="15353327" y="2551579"/>
            <a:ext cx="2438284" cy="1952994"/>
          </a:xfrm>
          <a:prstGeom prst="rect">
            <a:avLst/>
          </a:prstGeom>
        </p:spPr>
      </p:pic>
      <p:pic>
        <p:nvPicPr>
          <p:cNvPr id="19" name="object 19"/>
          <p:cNvPicPr/>
          <p:nvPr/>
        </p:nvPicPr>
        <p:blipFill>
          <a:blip r:embed="rId19" cstate="print"/>
          <a:stretch>
            <a:fillRect/>
          </a:stretch>
        </p:blipFill>
        <p:spPr>
          <a:xfrm>
            <a:off x="15856715" y="6410319"/>
            <a:ext cx="487656" cy="94499"/>
          </a:xfrm>
          <a:prstGeom prst="rect">
            <a:avLst/>
          </a:prstGeom>
        </p:spPr>
      </p:pic>
      <p:pic>
        <p:nvPicPr>
          <p:cNvPr id="20" name="object 20"/>
          <p:cNvPicPr/>
          <p:nvPr/>
        </p:nvPicPr>
        <p:blipFill>
          <a:blip r:embed="rId20" cstate="print"/>
          <a:stretch>
            <a:fillRect/>
          </a:stretch>
        </p:blipFill>
        <p:spPr>
          <a:xfrm>
            <a:off x="15431985" y="7906565"/>
            <a:ext cx="1620279" cy="1181246"/>
          </a:xfrm>
          <a:prstGeom prst="rect">
            <a:avLst/>
          </a:prstGeom>
        </p:spPr>
      </p:pic>
      <p:sp>
        <p:nvSpPr>
          <p:cNvPr id="21" name="object 21"/>
          <p:cNvSpPr/>
          <p:nvPr/>
        </p:nvSpPr>
        <p:spPr>
          <a:xfrm>
            <a:off x="9155362" y="5449570"/>
            <a:ext cx="0" cy="488315"/>
          </a:xfrm>
          <a:custGeom>
            <a:avLst/>
            <a:gdLst/>
            <a:ahLst/>
            <a:cxnLst/>
            <a:rect l="l" t="t" r="r" b="b"/>
            <a:pathLst>
              <a:path h="488314">
                <a:moveTo>
                  <a:pt x="0" y="48824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9163227" y="4221073"/>
            <a:ext cx="0" cy="267970"/>
          </a:xfrm>
          <a:custGeom>
            <a:avLst/>
            <a:gdLst/>
            <a:ahLst/>
            <a:cxnLst/>
            <a:rect l="l" t="t" r="r" b="b"/>
            <a:pathLst>
              <a:path h="267970">
                <a:moveTo>
                  <a:pt x="0" y="26774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9155362" y="3291825"/>
            <a:ext cx="0" cy="409575"/>
          </a:xfrm>
          <a:custGeom>
            <a:avLst/>
            <a:gdLst/>
            <a:ahLst/>
            <a:cxnLst/>
            <a:rect l="l" t="t" r="r" b="b"/>
            <a:pathLst>
              <a:path h="409575">
                <a:moveTo>
                  <a:pt x="0" y="4094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9155362" y="2299578"/>
            <a:ext cx="0" cy="378460"/>
          </a:xfrm>
          <a:custGeom>
            <a:avLst/>
            <a:gdLst/>
            <a:ahLst/>
            <a:cxnLst/>
            <a:rect l="l" t="t" r="r" b="b"/>
            <a:pathLst>
              <a:path h="378460">
                <a:moveTo>
                  <a:pt x="0" y="377999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9304804" y="5481070"/>
            <a:ext cx="0" cy="283845"/>
          </a:xfrm>
          <a:custGeom>
            <a:avLst/>
            <a:gdLst/>
            <a:ahLst/>
            <a:cxnLst/>
            <a:rect l="l" t="t" r="r" b="b"/>
            <a:pathLst>
              <a:path h="283845">
                <a:moveTo>
                  <a:pt x="0" y="28349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26" name="object 26"/>
          <p:cNvGrpSpPr/>
          <p:nvPr/>
        </p:nvGrpSpPr>
        <p:grpSpPr>
          <a:xfrm>
            <a:off x="9139631" y="2299578"/>
            <a:ext cx="8966835" cy="2189480"/>
            <a:chOff x="9139631" y="2299578"/>
            <a:chExt cx="8966835" cy="2189480"/>
          </a:xfrm>
        </p:grpSpPr>
        <p:sp>
          <p:nvSpPr>
            <p:cNvPr id="27" name="object 27"/>
            <p:cNvSpPr/>
            <p:nvPr/>
          </p:nvSpPr>
          <p:spPr>
            <a:xfrm>
              <a:off x="9139631" y="2299578"/>
              <a:ext cx="8966835" cy="2189480"/>
            </a:xfrm>
            <a:custGeom>
              <a:avLst/>
              <a:gdLst/>
              <a:ahLst/>
              <a:cxnLst/>
              <a:rect l="l" t="t" r="r" b="b"/>
              <a:pathLst>
                <a:path w="8966835" h="2189479">
                  <a:moveTo>
                    <a:pt x="8942995" y="2189244"/>
                  </a:moveTo>
                  <a:lnTo>
                    <a:pt x="8942995" y="0"/>
                  </a:lnTo>
                </a:path>
                <a:path w="8966835" h="2189479">
                  <a:moveTo>
                    <a:pt x="0" y="15749"/>
                  </a:moveTo>
                  <a:lnTo>
                    <a:pt x="8966591" y="15749"/>
                  </a:lnTo>
                </a:path>
              </a:pathLst>
            </a:custGeom>
            <a:ln w="1574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8" name="object 28"/>
            <p:cNvSpPr/>
            <p:nvPr/>
          </p:nvSpPr>
          <p:spPr>
            <a:xfrm>
              <a:off x="11750953" y="2689389"/>
              <a:ext cx="299085" cy="55244"/>
            </a:xfrm>
            <a:custGeom>
              <a:avLst/>
              <a:gdLst/>
              <a:ahLst/>
              <a:cxnLst/>
              <a:rect l="l" t="t" r="r" b="b"/>
              <a:pathLst>
                <a:path w="299084" h="55244">
                  <a:moveTo>
                    <a:pt x="0" y="0"/>
                  </a:moveTo>
                  <a:lnTo>
                    <a:pt x="298886" y="0"/>
                  </a:lnTo>
                  <a:lnTo>
                    <a:pt x="298886" y="55124"/>
                  </a:lnTo>
                  <a:lnTo>
                    <a:pt x="0" y="5512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9" name="object 29"/>
            <p:cNvSpPr/>
            <p:nvPr/>
          </p:nvSpPr>
          <p:spPr>
            <a:xfrm>
              <a:off x="11750954" y="2890201"/>
              <a:ext cx="299085" cy="0"/>
            </a:xfrm>
            <a:custGeom>
              <a:avLst/>
              <a:gdLst/>
              <a:ahLst/>
              <a:cxnLst/>
              <a:rect l="l" t="t" r="r" b="b"/>
              <a:pathLst>
                <a:path w="299084">
                  <a:moveTo>
                    <a:pt x="0" y="0"/>
                  </a:moveTo>
                  <a:lnTo>
                    <a:pt x="298886" y="0"/>
                  </a:lnTo>
                </a:path>
              </a:pathLst>
            </a:custGeom>
            <a:ln w="3937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9139631" y="4441572"/>
              <a:ext cx="6214110" cy="0"/>
            </a:xfrm>
            <a:custGeom>
              <a:avLst/>
              <a:gdLst/>
              <a:ahLst/>
              <a:cxnLst/>
              <a:rect l="l" t="t" r="r" b="b"/>
              <a:pathLst>
                <a:path w="6214109">
                  <a:moveTo>
                    <a:pt x="0" y="0"/>
                  </a:moveTo>
                  <a:lnTo>
                    <a:pt x="6213690" y="0"/>
                  </a:lnTo>
                </a:path>
              </a:pathLst>
            </a:custGeom>
            <a:ln w="472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/>
          <p:nvPr/>
        </p:nvSpPr>
        <p:spPr>
          <a:xfrm>
            <a:off x="9139630" y="9946184"/>
            <a:ext cx="10964545" cy="15875"/>
          </a:xfrm>
          <a:custGeom>
            <a:avLst/>
            <a:gdLst/>
            <a:ahLst/>
            <a:cxnLst/>
            <a:rect l="l" t="t" r="r" b="b"/>
            <a:pathLst>
              <a:path w="10964544" h="15875">
                <a:moveTo>
                  <a:pt x="10964469" y="15749"/>
                </a:moveTo>
                <a:lnTo>
                  <a:pt x="0" y="15749"/>
                </a:lnTo>
                <a:lnTo>
                  <a:pt x="0" y="0"/>
                </a:lnTo>
                <a:lnTo>
                  <a:pt x="10964469" y="0"/>
                </a:lnTo>
                <a:lnTo>
                  <a:pt x="10964469" y="1574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1750953" y="2720889"/>
            <a:ext cx="299085" cy="118745"/>
          </a:xfrm>
          <a:custGeom>
            <a:avLst/>
            <a:gdLst/>
            <a:ahLst/>
            <a:cxnLst/>
            <a:rect l="l" t="t" r="r" b="b"/>
            <a:pathLst>
              <a:path w="299084" h="118744">
                <a:moveTo>
                  <a:pt x="0" y="0"/>
                </a:moveTo>
                <a:lnTo>
                  <a:pt x="298886" y="0"/>
                </a:lnTo>
                <a:lnTo>
                  <a:pt x="298886" y="118124"/>
                </a:lnTo>
                <a:lnTo>
                  <a:pt x="0" y="118124"/>
                </a:lnTo>
                <a:lnTo>
                  <a:pt x="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6328634" y="6323693"/>
            <a:ext cx="314960" cy="0"/>
          </a:xfrm>
          <a:custGeom>
            <a:avLst/>
            <a:gdLst/>
            <a:ahLst/>
            <a:cxnLst/>
            <a:rect l="l" t="t" r="r" b="b"/>
            <a:pathLst>
              <a:path w="314959">
                <a:moveTo>
                  <a:pt x="0" y="0"/>
                </a:moveTo>
                <a:lnTo>
                  <a:pt x="31461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5738727" y="6449692"/>
            <a:ext cx="589915" cy="0"/>
          </a:xfrm>
          <a:custGeom>
            <a:avLst/>
            <a:gdLst/>
            <a:ahLst/>
            <a:cxnLst/>
            <a:rect l="l" t="t" r="r" b="b"/>
            <a:pathLst>
              <a:path w="589915">
                <a:moveTo>
                  <a:pt x="0" y="0"/>
                </a:moveTo>
                <a:lnTo>
                  <a:pt x="589907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6643252" y="6591442"/>
            <a:ext cx="0" cy="276225"/>
          </a:xfrm>
          <a:custGeom>
            <a:avLst/>
            <a:gdLst/>
            <a:ahLst/>
            <a:cxnLst/>
            <a:rect l="l" t="t" r="r" b="b"/>
            <a:pathLst>
              <a:path h="276225">
                <a:moveTo>
                  <a:pt x="0" y="2756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6" name="object 36"/>
          <p:cNvGrpSpPr/>
          <p:nvPr/>
        </p:nvGrpSpPr>
        <p:grpSpPr>
          <a:xfrm>
            <a:off x="14543182" y="6737129"/>
            <a:ext cx="1195705" cy="24130"/>
            <a:chOff x="14543182" y="6737129"/>
            <a:chExt cx="1195705" cy="24130"/>
          </a:xfrm>
        </p:grpSpPr>
        <p:sp>
          <p:nvSpPr>
            <p:cNvPr id="37" name="object 37"/>
            <p:cNvSpPr/>
            <p:nvPr/>
          </p:nvSpPr>
          <p:spPr>
            <a:xfrm>
              <a:off x="14543182" y="6748941"/>
              <a:ext cx="551180" cy="0"/>
            </a:xfrm>
            <a:custGeom>
              <a:avLst/>
              <a:gdLst/>
              <a:ahLst/>
              <a:cxnLst/>
              <a:rect l="l" t="t" r="r" b="b"/>
              <a:pathLst>
                <a:path w="551180">
                  <a:moveTo>
                    <a:pt x="0" y="0"/>
                  </a:moveTo>
                  <a:lnTo>
                    <a:pt x="550580" y="0"/>
                  </a:lnTo>
                </a:path>
              </a:pathLst>
            </a:custGeom>
            <a:ln w="23624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15093762" y="6748941"/>
              <a:ext cx="645160" cy="0"/>
            </a:xfrm>
            <a:custGeom>
              <a:avLst/>
              <a:gdLst/>
              <a:ahLst/>
              <a:cxnLst/>
              <a:rect l="l" t="t" r="r" b="b"/>
              <a:pathLst>
                <a:path w="645159">
                  <a:moveTo>
                    <a:pt x="0" y="0"/>
                  </a:moveTo>
                  <a:lnTo>
                    <a:pt x="644965" y="0"/>
                  </a:lnTo>
                </a:path>
              </a:pathLst>
            </a:custGeom>
            <a:ln w="15749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/>
          <p:nvPr/>
        </p:nvSpPr>
        <p:spPr>
          <a:xfrm>
            <a:off x="13937543" y="6937941"/>
            <a:ext cx="605790" cy="0"/>
          </a:xfrm>
          <a:custGeom>
            <a:avLst/>
            <a:gdLst/>
            <a:ahLst/>
            <a:cxnLst/>
            <a:rect l="l" t="t" r="r" b="b"/>
            <a:pathLst>
              <a:path w="605790">
                <a:moveTo>
                  <a:pt x="0" y="0"/>
                </a:moveTo>
                <a:lnTo>
                  <a:pt x="60563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 txBox="1"/>
          <p:nvPr/>
        </p:nvSpPr>
        <p:spPr>
          <a:xfrm>
            <a:off x="3352137" y="1208005"/>
            <a:ext cx="7620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solidFill>
                  <a:srgbClr val="0E44F6"/>
                </a:solidFill>
                <a:latin typeface="Times New Roman"/>
                <a:cs typeface="Times New Roman"/>
              </a:rPr>
              <a:t>;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1" name="object 41" descr="$PPTXTitle"/>
          <p:cNvSpPr txBox="1">
            <a:spLocks noGrp="1"/>
          </p:cNvSpPr>
          <p:nvPr>
            <p:ph type="title"/>
          </p:nvPr>
        </p:nvSpPr>
        <p:spPr>
          <a:xfrm>
            <a:off x="1130904" y="779666"/>
            <a:ext cx="4442465" cy="2069156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15"/>
              </a:spcBef>
            </a:pPr>
            <a:r>
              <a:rPr spc="275" dirty="0"/>
              <a:t>EREDM</a:t>
            </a:r>
            <a:r>
              <a:rPr lang="hu-HU" spc="275" dirty="0"/>
              <a:t>É</a:t>
            </a:r>
            <a:r>
              <a:rPr spc="275" dirty="0"/>
              <a:t>NYEK</a:t>
            </a:r>
            <a:br>
              <a:rPr lang="hu-HU" spc="275" dirty="0"/>
            </a:br>
            <a:r>
              <a:rPr lang="hu-HU" spc="275" dirty="0"/>
              <a:t>&amp; DOLGOZATOK</a:t>
            </a:r>
            <a:endParaRPr b="0" spc="-780" dirty="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2815961" y="4000476"/>
            <a:ext cx="5048250" cy="92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7620">
              <a:lnSpc>
                <a:spcPct val="134100"/>
              </a:lnSpc>
              <a:spcBef>
                <a:spcPts val="100"/>
              </a:spcBef>
            </a:pPr>
            <a:r>
              <a:rPr sz="2350" b="1" spc="50" dirty="0" err="1">
                <a:solidFill>
                  <a:srgbClr val="363D4B"/>
                </a:solidFill>
                <a:latin typeface="Arial"/>
                <a:cs typeface="Arial"/>
              </a:rPr>
              <a:t>Sz</a:t>
            </a:r>
            <a:r>
              <a:rPr lang="hu-HU" sz="2350" b="1" spc="50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spc="50" dirty="0" err="1">
                <a:solidFill>
                  <a:srgbClr val="363D4B"/>
                </a:solidFill>
                <a:latin typeface="Arial"/>
                <a:cs typeface="Arial"/>
              </a:rPr>
              <a:t>mjegy</a:t>
            </a:r>
            <a:r>
              <a:rPr lang="hu-HU" sz="2350" b="1" spc="50" dirty="0">
                <a:solidFill>
                  <a:srgbClr val="363D4B"/>
                </a:solidFill>
                <a:latin typeface="Arial"/>
                <a:cs typeface="Arial"/>
              </a:rPr>
              <a:t>ű</a:t>
            </a:r>
            <a:r>
              <a:rPr sz="2350" b="1" spc="31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oktat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si</a:t>
            </a:r>
            <a:r>
              <a:rPr sz="2350" b="1" spc="31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spc="-10" dirty="0" err="1">
                <a:solidFill>
                  <a:srgbClr val="363D4B"/>
                </a:solidFill>
                <a:latin typeface="Arial"/>
                <a:cs typeface="Arial"/>
              </a:rPr>
              <a:t>azonosit</a:t>
            </a:r>
            <a:r>
              <a:rPr lang="hu-HU" sz="2350" b="1" spc="-10" dirty="0">
                <a:solidFill>
                  <a:srgbClr val="363D4B"/>
                </a:solidFill>
                <a:latin typeface="Arial"/>
                <a:cs typeface="Arial"/>
              </a:rPr>
              <a:t>ó</a:t>
            </a:r>
            <a:r>
              <a:rPr sz="2350" b="1" spc="-1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alapj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n</a:t>
            </a:r>
            <a:r>
              <a:rPr sz="2350" b="1" spc="22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spc="75" dirty="0">
                <a:solidFill>
                  <a:srgbClr val="363D4B"/>
                </a:solidFill>
                <a:latin typeface="Arial"/>
                <a:cs typeface="Arial"/>
              </a:rPr>
              <a:t>t</a:t>
            </a:r>
            <a:r>
              <a:rPr lang="hu-HU" sz="2350" b="1" spc="75" dirty="0">
                <a:solidFill>
                  <a:srgbClr val="363D4B"/>
                </a:solidFill>
                <a:latin typeface="Arial"/>
                <a:cs typeface="Arial"/>
              </a:rPr>
              <a:t>ö</a:t>
            </a:r>
            <a:r>
              <a:rPr sz="2350" b="1" spc="75" dirty="0">
                <a:solidFill>
                  <a:srgbClr val="363D4B"/>
                </a:solidFill>
                <a:latin typeface="Arial"/>
                <a:cs typeface="Arial"/>
              </a:rPr>
              <a:t>rt</a:t>
            </a:r>
            <a:r>
              <a:rPr lang="hu-HU" sz="2350" b="1" spc="75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75" dirty="0">
                <a:solidFill>
                  <a:srgbClr val="363D4B"/>
                </a:solidFill>
                <a:latin typeface="Arial"/>
                <a:cs typeface="Arial"/>
              </a:rPr>
              <a:t>n</a:t>
            </a:r>
            <a:r>
              <a:rPr lang="hu-HU" sz="2350" b="1" spc="75" dirty="0">
                <a:solidFill>
                  <a:srgbClr val="363D4B"/>
                </a:solidFill>
                <a:latin typeface="Arial"/>
                <a:cs typeface="Arial"/>
              </a:rPr>
              <a:t>ő</a:t>
            </a:r>
            <a:r>
              <a:rPr sz="2350" b="1" spc="17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gyors</a:t>
            </a:r>
            <a:r>
              <a:rPr sz="2350" b="1" spc="19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spc="65" dirty="0" err="1">
                <a:solidFill>
                  <a:srgbClr val="363D4B"/>
                </a:solidFill>
                <a:latin typeface="Arial"/>
                <a:cs typeface="Arial"/>
              </a:rPr>
              <a:t>lek</a:t>
            </a:r>
            <a:r>
              <a:rPr lang="hu-HU" sz="2350" b="1" spc="65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65" dirty="0" err="1">
                <a:solidFill>
                  <a:srgbClr val="363D4B"/>
                </a:solidFill>
                <a:latin typeface="Arial"/>
                <a:cs typeface="Arial"/>
              </a:rPr>
              <a:t>rdez</a:t>
            </a:r>
            <a:r>
              <a:rPr lang="hu-HU" sz="2350" b="1" spc="65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65" dirty="0">
                <a:solidFill>
                  <a:srgbClr val="363D4B"/>
                </a:solidFill>
                <a:latin typeface="Arial"/>
                <a:cs typeface="Arial"/>
              </a:rPr>
              <a:t>s.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2814373" y="8119089"/>
            <a:ext cx="4644390" cy="90415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4445">
              <a:lnSpc>
                <a:spcPct val="129700"/>
              </a:lnSpc>
              <a:spcBef>
                <a:spcPts val="100"/>
              </a:spcBef>
              <a:tabLst>
                <a:tab pos="1920239" algn="l"/>
                <a:tab pos="2007870" algn="l"/>
              </a:tabLst>
            </a:pPr>
            <a:r>
              <a:rPr sz="2350" b="1" spc="-10" dirty="0">
                <a:solidFill>
                  <a:srgbClr val="363D4B"/>
                </a:solidFill>
                <a:latin typeface="Arial"/>
                <a:cs typeface="Arial"/>
              </a:rPr>
              <a:t>Automatikus</a:t>
            </a: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		</a:t>
            </a:r>
            <a:r>
              <a:rPr sz="2350" b="1" spc="45" dirty="0" err="1">
                <a:solidFill>
                  <a:srgbClr val="363D4B"/>
                </a:solidFill>
                <a:latin typeface="Arial"/>
                <a:cs typeface="Arial"/>
              </a:rPr>
              <a:t>sz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spc="45" dirty="0" err="1">
                <a:solidFill>
                  <a:srgbClr val="363D4B"/>
                </a:solidFill>
                <a:latin typeface="Arial"/>
                <a:cs typeface="Arial"/>
              </a:rPr>
              <a:t>zal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45" dirty="0" err="1">
                <a:solidFill>
                  <a:srgbClr val="363D4B"/>
                </a:solidFill>
                <a:latin typeface="Arial"/>
                <a:cs typeface="Arial"/>
              </a:rPr>
              <a:t>ksz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spc="45" dirty="0">
                <a:solidFill>
                  <a:srgbClr val="363D4B"/>
                </a:solidFill>
                <a:latin typeface="Arial"/>
                <a:cs typeface="Arial"/>
              </a:rPr>
              <a:t>m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í</a:t>
            </a:r>
            <a:r>
              <a:rPr sz="2350" b="1" spc="45" dirty="0">
                <a:solidFill>
                  <a:srgbClr val="363D4B"/>
                </a:solidFill>
                <a:latin typeface="Arial"/>
                <a:cs typeface="Arial"/>
              </a:rPr>
              <a:t>t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spc="45" dirty="0">
                <a:solidFill>
                  <a:srgbClr val="363D4B"/>
                </a:solidFill>
                <a:latin typeface="Arial"/>
                <a:cs typeface="Arial"/>
              </a:rPr>
              <a:t>s </a:t>
            </a:r>
            <a:r>
              <a:rPr sz="2350" b="1" spc="-10" dirty="0">
                <a:solidFill>
                  <a:srgbClr val="363D4B"/>
                </a:solidFill>
                <a:latin typeface="Arial"/>
                <a:cs typeface="Arial"/>
              </a:rPr>
              <a:t>t</a:t>
            </a:r>
            <a:r>
              <a:rPr lang="hu-HU" sz="2350" b="1" spc="-10" dirty="0">
                <a:solidFill>
                  <a:srgbClr val="363D4B"/>
                </a:solidFill>
                <a:latin typeface="Arial"/>
                <a:cs typeface="Arial"/>
              </a:rPr>
              <a:t>á</a:t>
            </a:r>
            <a:r>
              <a:rPr sz="2350" b="1" spc="-10" dirty="0" err="1">
                <a:solidFill>
                  <a:srgbClr val="363D4B"/>
                </a:solidFill>
                <a:latin typeface="Arial"/>
                <a:cs typeface="Arial"/>
              </a:rPr>
              <a:t>rgyank</a:t>
            </a:r>
            <a:r>
              <a:rPr lang="hu-HU" sz="2350" b="1" spc="-10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-10" dirty="0" err="1">
                <a:solidFill>
                  <a:srgbClr val="363D4B"/>
                </a:solidFill>
                <a:latin typeface="Arial"/>
                <a:cs typeface="Arial"/>
              </a:rPr>
              <a:t>nt</a:t>
            </a: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	(Magyar,</a:t>
            </a:r>
            <a:r>
              <a:rPr sz="2350" b="1" spc="459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spc="65" dirty="0">
                <a:solidFill>
                  <a:srgbClr val="363D4B"/>
                </a:solidFill>
                <a:latin typeface="Arial"/>
                <a:cs typeface="Arial"/>
              </a:rPr>
              <a:t>Matek).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229089" y="1723818"/>
            <a:ext cx="10858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050" spc="5" dirty="0">
                <a:solidFill>
                  <a:srgbClr val="B8BABF"/>
                </a:solidFill>
                <a:latin typeface="Arial"/>
                <a:cs typeface="Arial"/>
              </a:rPr>
              <a:t>0</a:t>
            </a:r>
            <a:endParaRPr sz="10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9122469" y="4834436"/>
            <a:ext cx="107950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55" dirty="0">
                <a:solidFill>
                  <a:srgbClr val="2A2D36"/>
                </a:solidFill>
                <a:latin typeface="Arial"/>
                <a:cs typeface="Arial"/>
              </a:rPr>
              <a:t>lar</a:t>
            </a:r>
            <a:r>
              <a:rPr sz="1500" spc="-25" dirty="0">
                <a:solidFill>
                  <a:srgbClr val="2A2D3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363D4B"/>
                </a:solidFill>
                <a:latin typeface="Arial"/>
                <a:cs typeface="Arial"/>
              </a:rPr>
              <a:t>Courses</a:t>
            </a:r>
            <a:endParaRPr sz="15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9444857" y="5484122"/>
            <a:ext cx="101854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dirty="0">
                <a:solidFill>
                  <a:srgbClr val="363D4B"/>
                </a:solidFill>
                <a:latin typeface="Arial"/>
                <a:cs typeface="Arial"/>
              </a:rPr>
              <a:t>UI/UX</a:t>
            </a:r>
            <a:r>
              <a:rPr sz="1250" spc="-8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94B56"/>
                </a:solidFill>
                <a:latin typeface="Arial"/>
                <a:cs typeface="Arial"/>
              </a:rPr>
              <a:t>Design</a:t>
            </a:r>
            <a:endParaRPr sz="125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2814860" y="6047969"/>
            <a:ext cx="5059045" cy="929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1430">
              <a:lnSpc>
                <a:spcPct val="134100"/>
              </a:lnSpc>
              <a:spcBef>
                <a:spcPts val="100"/>
              </a:spcBef>
              <a:tabLst>
                <a:tab pos="2162175" algn="l"/>
              </a:tabLst>
            </a:pP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A</a:t>
            </a:r>
            <a:r>
              <a:rPr sz="2350" b="1" spc="33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jav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í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tott</a:t>
            </a:r>
            <a:r>
              <a:rPr sz="2350" b="1" spc="37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dolgozatok</a:t>
            </a:r>
            <a:r>
              <a:rPr sz="2350" b="1" spc="42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felt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ö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lt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dirty="0">
                <a:solidFill>
                  <a:srgbClr val="363D4B"/>
                </a:solidFill>
                <a:latin typeface="Arial"/>
                <a:cs typeface="Arial"/>
              </a:rPr>
              <a:t>se</a:t>
            </a:r>
            <a:r>
              <a:rPr lang="hu-HU" sz="2350" b="1" spc="39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lang="hu-HU" sz="2350" b="1" spc="60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60" dirty="0">
                <a:solidFill>
                  <a:srgbClr val="363D4B"/>
                </a:solidFill>
                <a:latin typeface="Arial"/>
                <a:cs typeface="Arial"/>
              </a:rPr>
              <a:t>s </a:t>
            </a:r>
            <a:r>
              <a:rPr sz="2350" b="1" spc="40" dirty="0">
                <a:solidFill>
                  <a:srgbClr val="363D4B"/>
                </a:solidFill>
                <a:latin typeface="Arial"/>
                <a:cs typeface="Arial"/>
              </a:rPr>
              <a:t>b</a:t>
            </a:r>
            <a:r>
              <a:rPr lang="hu-HU" sz="2350" b="1" spc="40" dirty="0">
                <a:solidFill>
                  <a:srgbClr val="363D4B"/>
                </a:solidFill>
                <a:latin typeface="Arial"/>
                <a:cs typeface="Arial"/>
              </a:rPr>
              <a:t>ö</a:t>
            </a:r>
            <a:r>
              <a:rPr sz="2350" b="1" spc="40" dirty="0">
                <a:solidFill>
                  <a:srgbClr val="363D4B"/>
                </a:solidFill>
                <a:latin typeface="Arial"/>
                <a:cs typeface="Arial"/>
              </a:rPr>
              <a:t>ng</a:t>
            </a:r>
            <a:r>
              <a:rPr lang="hu-HU" sz="2350" b="1" spc="40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40" dirty="0" err="1">
                <a:solidFill>
                  <a:srgbClr val="363D4B"/>
                </a:solidFill>
                <a:latin typeface="Arial"/>
                <a:cs typeface="Arial"/>
              </a:rPr>
              <a:t>sz</a:t>
            </a:r>
            <a:r>
              <a:rPr lang="hu-HU" sz="2350" b="1" spc="40" dirty="0">
                <a:solidFill>
                  <a:srgbClr val="363D4B"/>
                </a:solidFill>
                <a:latin typeface="Arial"/>
                <a:cs typeface="Arial"/>
              </a:rPr>
              <a:t>ő</a:t>
            </a:r>
            <a:r>
              <a:rPr sz="2350" b="1" spc="40" dirty="0">
                <a:solidFill>
                  <a:srgbClr val="363D4B"/>
                </a:solidFill>
                <a:latin typeface="Arial"/>
                <a:cs typeface="Arial"/>
              </a:rPr>
              <a:t>ben</a:t>
            </a:r>
            <a:r>
              <a:rPr lang="hu-HU" sz="2350" b="1" spc="4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dirty="0" err="1">
                <a:solidFill>
                  <a:srgbClr val="363D4B"/>
                </a:solidFill>
                <a:latin typeface="Arial"/>
                <a:cs typeface="Arial"/>
              </a:rPr>
              <a:t>val</a:t>
            </a:r>
            <a:r>
              <a:rPr lang="hu-HU" sz="2350" b="1" dirty="0">
                <a:solidFill>
                  <a:srgbClr val="363D4B"/>
                </a:solidFill>
                <a:latin typeface="Arial"/>
                <a:cs typeface="Arial"/>
              </a:rPr>
              <a:t>ó</a:t>
            </a:r>
            <a:r>
              <a:rPr sz="2350" b="1" spc="204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350" b="1" spc="45" dirty="0" err="1">
                <a:solidFill>
                  <a:srgbClr val="363D4B"/>
                </a:solidFill>
                <a:latin typeface="Arial"/>
                <a:cs typeface="Arial"/>
              </a:rPr>
              <a:t>megtekint</a:t>
            </a:r>
            <a:r>
              <a:rPr lang="hu-HU" sz="2350" b="1" spc="45" dirty="0">
                <a:solidFill>
                  <a:srgbClr val="363D4B"/>
                </a:solidFill>
                <a:latin typeface="Arial"/>
                <a:cs typeface="Arial"/>
              </a:rPr>
              <a:t>é</a:t>
            </a:r>
            <a:r>
              <a:rPr sz="2350" b="1" spc="45" dirty="0">
                <a:solidFill>
                  <a:srgbClr val="363D4B"/>
                </a:solidFill>
                <a:latin typeface="Arial"/>
                <a:cs typeface="Arial"/>
              </a:rPr>
              <a:t>se.</a:t>
            </a:r>
            <a:endParaRPr sz="2350" dirty="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322882" y="6208619"/>
            <a:ext cx="14859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CFCFD1"/>
                </a:solidFill>
                <a:latin typeface="Arial"/>
                <a:cs typeface="Arial"/>
              </a:rPr>
              <a:t>80</a:t>
            </a:r>
            <a:endParaRPr sz="8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9082135" y="6030645"/>
            <a:ext cx="195580" cy="2978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45100"/>
              </a:lnSpc>
              <a:spcBef>
                <a:spcPts val="100"/>
              </a:spcBef>
            </a:pPr>
            <a:r>
              <a:rPr sz="4450" spc="45" dirty="0">
                <a:solidFill>
                  <a:srgbClr val="EF426E"/>
                </a:solidFill>
                <a:latin typeface="Arial"/>
                <a:cs typeface="Arial"/>
              </a:rPr>
              <a:t>I </a:t>
            </a:r>
            <a:r>
              <a:rPr sz="4450" spc="-50" dirty="0">
                <a:solidFill>
                  <a:srgbClr val="59B8A7"/>
                </a:solidFill>
                <a:latin typeface="Arial"/>
                <a:cs typeface="Arial"/>
              </a:rPr>
              <a:t>I </a:t>
            </a:r>
            <a:r>
              <a:rPr sz="4450" spc="-50" dirty="0">
                <a:solidFill>
                  <a:srgbClr val="0F9AE6"/>
                </a:solidFill>
                <a:latin typeface="Arial"/>
                <a:cs typeface="Arial"/>
              </a:rPr>
              <a:t>I</a:t>
            </a:r>
            <a:endParaRPr sz="445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9445486" y="6381868"/>
            <a:ext cx="799465" cy="5073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50" spc="35" dirty="0">
                <a:solidFill>
                  <a:srgbClr val="2A2D36"/>
                </a:solidFill>
                <a:latin typeface="Arial"/>
                <a:cs typeface="Arial"/>
              </a:rPr>
              <a:t>Marke</a:t>
            </a:r>
            <a:r>
              <a:rPr sz="1250" spc="35" dirty="0">
                <a:solidFill>
                  <a:srgbClr val="494B56"/>
                </a:solidFill>
                <a:latin typeface="Arial"/>
                <a:cs typeface="Arial"/>
              </a:rPr>
              <a:t>ting</a:t>
            </a:r>
            <a:endParaRPr sz="1250">
              <a:latin typeface="Arial"/>
              <a:cs typeface="Arial"/>
            </a:endParaRPr>
          </a:p>
          <a:p>
            <a:pPr marL="21590">
              <a:lnSpc>
                <a:spcPct val="100000"/>
              </a:lnSpc>
              <a:spcBef>
                <a:spcPts val="484"/>
              </a:spcBef>
            </a:pPr>
            <a:r>
              <a:rPr sz="800" dirty="0">
                <a:solidFill>
                  <a:srgbClr val="B8BABF"/>
                </a:solidFill>
                <a:latin typeface="Arial"/>
                <a:cs typeface="Arial"/>
              </a:rPr>
              <a:t>2.J</a:t>
            </a:r>
            <a:r>
              <a:rPr sz="800" spc="260" dirty="0">
                <a:solidFill>
                  <a:srgbClr val="B8BABF"/>
                </a:solidFill>
                <a:latin typeface="Arial"/>
                <a:cs typeface="Arial"/>
              </a:rPr>
              <a:t>  </a:t>
            </a:r>
            <a:r>
              <a:rPr sz="1000" spc="-60" dirty="0">
                <a:solidFill>
                  <a:srgbClr val="B8BABF"/>
                </a:solidFill>
                <a:latin typeface="Arial"/>
                <a:cs typeface="Arial"/>
              </a:rPr>
              <a:t>t;oL.rooeS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3323189" y="6421244"/>
            <a:ext cx="14986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25" dirty="0">
                <a:solidFill>
                  <a:srgbClr val="CFCFD1"/>
                </a:solidFill>
                <a:latin typeface="Arial"/>
                <a:cs typeface="Arial"/>
              </a:rPr>
              <a:t>60</a:t>
            </a:r>
            <a:endParaRPr sz="8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7987663" y="6389746"/>
            <a:ext cx="1099820" cy="5073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710"/>
              </a:spcBef>
            </a:pPr>
            <a:r>
              <a:rPr sz="1250" dirty="0">
                <a:solidFill>
                  <a:srgbClr val="2A2D36"/>
                </a:solidFill>
                <a:latin typeface="Arial"/>
                <a:cs typeface="Arial"/>
              </a:rPr>
              <a:t>Th</a:t>
            </a:r>
            <a:r>
              <a:rPr sz="1250" dirty="0">
                <a:solidFill>
                  <a:srgbClr val="494B56"/>
                </a:solidFill>
                <a:latin typeface="Arial"/>
                <a:cs typeface="Arial"/>
              </a:rPr>
              <a:t>eron</a:t>
            </a:r>
            <a:r>
              <a:rPr sz="1250" spc="170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250" spc="40" dirty="0">
                <a:solidFill>
                  <a:srgbClr val="363D4B"/>
                </a:solidFill>
                <a:latin typeface="Arial"/>
                <a:cs typeface="Arial"/>
              </a:rPr>
              <a:t>Trump</a:t>
            </a:r>
            <a:endParaRPr sz="1250">
              <a:latin typeface="Arial"/>
              <a:cs typeface="Arial"/>
            </a:endParaRPr>
          </a:p>
          <a:p>
            <a:pPr marL="53340" algn="ctr">
              <a:lnSpc>
                <a:spcPct val="100000"/>
              </a:lnSpc>
              <a:spcBef>
                <a:spcPts val="484"/>
              </a:spcBef>
            </a:pPr>
            <a:r>
              <a:rPr sz="1000" spc="-50" dirty="0">
                <a:solidFill>
                  <a:srgbClr val="B8BABF"/>
                </a:solidFill>
                <a:latin typeface="Arial"/>
                <a:cs typeface="Arial"/>
              </a:rPr>
              <a:t>..&gt;9;;1gn</a:t>
            </a:r>
            <a:r>
              <a:rPr sz="1000" spc="26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B8BABF"/>
                </a:solidFill>
                <a:latin typeface="Arial"/>
                <a:cs typeface="Arial"/>
              </a:rPr>
              <a:t>·ours:e</a:t>
            </a:r>
            <a:endParaRPr sz="100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1383757" y="6586619"/>
            <a:ext cx="80010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solidFill>
                  <a:srgbClr val="DA8AA1"/>
                </a:solidFill>
                <a:latin typeface="Arial"/>
                <a:cs typeface="Arial"/>
              </a:rPr>
              <a:t>View</a:t>
            </a:r>
            <a:r>
              <a:rPr sz="1000" spc="-95" dirty="0">
                <a:solidFill>
                  <a:srgbClr val="DA8AA1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DA8AA1"/>
                </a:solidFill>
                <a:latin typeface="Arial"/>
                <a:cs typeface="Arial"/>
              </a:rPr>
              <a:t>Courses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2323741" y="6503932"/>
            <a:ext cx="5969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50" dirty="0">
                <a:solidFill>
                  <a:srgbClr val="494B56"/>
                </a:solidFill>
                <a:latin typeface="Arial"/>
                <a:cs typeface="Arial"/>
              </a:rPr>
              <a:t>,</a:t>
            </a:r>
            <a:endParaRPr sz="95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7454142" y="6625994"/>
            <a:ext cx="14478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250" spc="-260" dirty="0">
                <a:solidFill>
                  <a:srgbClr val="C35D31"/>
                </a:solidFill>
                <a:latin typeface="Arial"/>
                <a:cs typeface="Arial"/>
              </a:rPr>
              <a:t>�</a:t>
            </a:r>
            <a:endParaRPr sz="1250">
              <a:latin typeface="Arial"/>
              <a:cs typeface="Arial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3323958" y="6565131"/>
            <a:ext cx="419734" cy="859790"/>
          </a:xfrm>
          <a:prstGeom prst="rect">
            <a:avLst/>
          </a:prstGeom>
        </p:spPr>
        <p:txBody>
          <a:bodyPr vert="horz" wrap="square" lIns="0" tIns="81915" rIns="0" bIns="0" rtlCol="0">
            <a:spAutoFit/>
          </a:bodyPr>
          <a:lstStyle/>
          <a:p>
            <a:pPr marL="127635">
              <a:lnSpc>
                <a:spcPct val="100000"/>
              </a:lnSpc>
              <a:spcBef>
                <a:spcPts val="645"/>
              </a:spcBef>
            </a:pPr>
            <a:r>
              <a:rPr sz="800" spc="-50" dirty="0">
                <a:solidFill>
                  <a:srgbClr val="CFCFD1"/>
                </a:solidFill>
                <a:latin typeface="Arial"/>
                <a:cs typeface="Arial"/>
              </a:rPr>
              <a:t>%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605"/>
              </a:spcBef>
            </a:pPr>
            <a:r>
              <a:rPr sz="850" spc="-25" dirty="0">
                <a:solidFill>
                  <a:srgbClr val="CFCFD1"/>
                </a:solidFill>
                <a:latin typeface="Arial"/>
                <a:cs typeface="Arial"/>
              </a:rPr>
              <a:t>20</a:t>
            </a:r>
            <a:endParaRPr sz="850">
              <a:latin typeface="Arial"/>
              <a:cs typeface="Arial"/>
            </a:endParaRPr>
          </a:p>
          <a:p>
            <a:pPr marL="65405">
              <a:lnSpc>
                <a:spcPct val="100000"/>
              </a:lnSpc>
              <a:spcBef>
                <a:spcPts val="350"/>
              </a:spcBef>
            </a:pPr>
            <a:r>
              <a:rPr sz="1150" spc="-25" dirty="0">
                <a:solidFill>
                  <a:srgbClr val="CFCFD1"/>
                </a:solidFill>
                <a:latin typeface="Arial"/>
                <a:cs typeface="Arial"/>
              </a:rPr>
              <a:t>o•</a:t>
            </a:r>
            <a:endParaRPr sz="1150">
              <a:latin typeface="Arial"/>
              <a:cs typeface="Arial"/>
            </a:endParaRPr>
          </a:p>
          <a:p>
            <a:pPr marL="216535">
              <a:lnSpc>
                <a:spcPct val="100000"/>
              </a:lnSpc>
              <a:spcBef>
                <a:spcPts val="509"/>
              </a:spcBef>
            </a:pPr>
            <a:r>
              <a:rPr sz="1000" dirty="0">
                <a:solidFill>
                  <a:srgbClr val="CFCFD1"/>
                </a:solidFill>
                <a:latin typeface="Arial"/>
                <a:cs typeface="Arial"/>
              </a:rPr>
              <a:t>J</a:t>
            </a:r>
            <a:r>
              <a:rPr sz="1000" spc="229" dirty="0">
                <a:solidFill>
                  <a:srgbClr val="CFCFD1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CFCFD1"/>
                </a:solidFill>
                <a:latin typeface="Arial"/>
                <a:cs typeface="Arial"/>
              </a:rPr>
              <a:t>n</a:t>
            </a:r>
            <a:endParaRPr sz="100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2334822" y="6586619"/>
            <a:ext cx="58419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solidFill>
                  <a:srgbClr val="494B56"/>
                </a:solidFill>
                <a:latin typeface="Arial"/>
                <a:cs typeface="Arial"/>
              </a:rPr>
              <a:t>,</a:t>
            </a:r>
            <a:endParaRPr sz="8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7459954" y="6326744"/>
            <a:ext cx="31750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-505" dirty="0">
                <a:solidFill>
                  <a:srgbClr val="DA5B6D"/>
                </a:solidFill>
                <a:latin typeface="Arial"/>
                <a:cs typeface="Arial"/>
              </a:rPr>
              <a:t>...</a:t>
            </a:r>
            <a:endParaRPr sz="4450">
              <a:latin typeface="Arial"/>
              <a:cs typeface="Arial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4126898" y="7248117"/>
            <a:ext cx="23812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100" dirty="0">
                <a:solidFill>
                  <a:srgbClr val="CFCFD1"/>
                </a:solidFill>
                <a:latin typeface="Arial"/>
                <a:cs typeface="Arial"/>
              </a:rPr>
              <a:t>F-</a:t>
            </a:r>
            <a:r>
              <a:rPr sz="1000" spc="-70" dirty="0">
                <a:solidFill>
                  <a:srgbClr val="CFCFD1"/>
                </a:solidFill>
                <a:latin typeface="Arial"/>
                <a:cs typeface="Arial"/>
              </a:rPr>
              <a:t>eb</a:t>
            </a:r>
            <a:endParaRPr sz="100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4725843" y="7252055"/>
            <a:ext cx="109220" cy="17208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950" spc="-85" dirty="0">
                <a:solidFill>
                  <a:srgbClr val="CFCFD1"/>
                </a:solidFill>
                <a:latin typeface="Arial"/>
                <a:cs typeface="Arial"/>
              </a:rPr>
              <a:t>M</a:t>
            </a:r>
            <a:endParaRPr sz="95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5348653" y="7263867"/>
            <a:ext cx="156210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65" dirty="0">
                <a:solidFill>
                  <a:srgbClr val="CFCFD1"/>
                </a:solidFill>
                <a:latin typeface="Arial"/>
                <a:cs typeface="Arial"/>
              </a:rPr>
              <a:t>Apr</a:t>
            </a:r>
            <a:endParaRPr sz="800">
              <a:latin typeface="Arial"/>
              <a:cs typeface="Arial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5922280" y="7263867"/>
            <a:ext cx="19367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35" dirty="0">
                <a:solidFill>
                  <a:srgbClr val="CFCFD1"/>
                </a:solidFill>
                <a:latin typeface="Arial"/>
                <a:cs typeface="Arial"/>
              </a:rPr>
              <a:t>Ma</a:t>
            </a:r>
            <a:endParaRPr sz="850">
              <a:latin typeface="Arial"/>
              <a:cs typeface="Arial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6548420" y="7248117"/>
            <a:ext cx="15303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25" dirty="0">
                <a:solidFill>
                  <a:srgbClr val="CFCFD1"/>
                </a:solidFill>
                <a:latin typeface="Arial"/>
                <a:cs typeface="Arial"/>
              </a:rPr>
              <a:t>Ju</a:t>
            </a:r>
            <a:endParaRPr sz="100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9446545" y="7366241"/>
            <a:ext cx="806450" cy="5073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710"/>
              </a:spcBef>
            </a:pPr>
            <a:r>
              <a:rPr sz="1250" dirty="0">
                <a:solidFill>
                  <a:srgbClr val="363D4B"/>
                </a:solidFill>
                <a:latin typeface="Arial"/>
                <a:cs typeface="Arial"/>
              </a:rPr>
              <a:t>Web</a:t>
            </a:r>
            <a:r>
              <a:rPr sz="1250" spc="5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250" spc="-20" dirty="0">
                <a:solidFill>
                  <a:srgbClr val="363D4B"/>
                </a:solidFill>
                <a:latin typeface="Arial"/>
                <a:cs typeface="Arial"/>
              </a:rPr>
              <a:t>Dev.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84"/>
              </a:spcBef>
            </a:pPr>
            <a:r>
              <a:rPr sz="900" spc="-70" dirty="0">
                <a:solidFill>
                  <a:srgbClr val="B8BABF"/>
                </a:solidFill>
                <a:latin typeface="Arial"/>
                <a:cs typeface="Arial"/>
              </a:rPr>
              <a:t>.:iCI</a:t>
            </a:r>
            <a:r>
              <a:rPr sz="1000" spc="-70" dirty="0">
                <a:solidFill>
                  <a:srgbClr val="B8BABF"/>
                </a:solidFill>
                <a:latin typeface="Arial"/>
                <a:cs typeface="Arial"/>
              </a:rPr>
              <a:t>+</a:t>
            </a:r>
            <a:r>
              <a:rPr sz="1000" spc="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65" dirty="0">
                <a:solidFill>
                  <a:srgbClr val="B8BABF"/>
                </a:solidFill>
                <a:latin typeface="Arial"/>
                <a:cs typeface="Arial"/>
              </a:rPr>
              <a:t>courses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2309422" y="7421367"/>
            <a:ext cx="219710" cy="3378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850" dirty="0">
                <a:solidFill>
                  <a:srgbClr val="363D4B"/>
                </a:solidFill>
                <a:latin typeface="Arial"/>
                <a:cs typeface="Arial"/>
              </a:rPr>
              <a:t>,</a:t>
            </a:r>
            <a:r>
              <a:rPr sz="850" spc="24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3075" spc="-75" baseline="-21680" dirty="0">
                <a:solidFill>
                  <a:srgbClr val="494B56"/>
                </a:solidFill>
                <a:latin typeface="Arial"/>
                <a:cs typeface="Arial"/>
              </a:rPr>
              <a:t>'</a:t>
            </a:r>
            <a:endParaRPr sz="3075" baseline="-2168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7499691" y="7496179"/>
            <a:ext cx="13271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875" spc="-1012" baseline="2222" dirty="0">
                <a:solidFill>
                  <a:srgbClr val="493123"/>
                </a:solidFill>
                <a:latin typeface="Arial"/>
                <a:cs typeface="Arial"/>
              </a:rPr>
              <a:t>�</a:t>
            </a:r>
            <a:r>
              <a:rPr sz="1500" spc="-110" dirty="0">
                <a:solidFill>
                  <a:srgbClr val="AA7950"/>
                </a:solidFill>
                <a:latin typeface="Arial"/>
                <a:cs typeface="Arial"/>
              </a:rPr>
              <a:t>.</a:t>
            </a:r>
            <a:endParaRPr sz="150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1383757" y="7570991"/>
            <a:ext cx="80391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dirty="0">
                <a:solidFill>
                  <a:srgbClr val="93C6BF"/>
                </a:solidFill>
                <a:latin typeface="Arial"/>
                <a:cs typeface="Arial"/>
              </a:rPr>
              <a:t>View</a:t>
            </a:r>
            <a:r>
              <a:rPr sz="1000" spc="-85" dirty="0">
                <a:solidFill>
                  <a:srgbClr val="93C6B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93C6BF"/>
                </a:solidFill>
                <a:latin typeface="Arial"/>
                <a:cs typeface="Arial"/>
              </a:rPr>
              <a:t>courses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0" name="object 70"/>
          <p:cNvSpPr/>
          <p:nvPr/>
        </p:nvSpPr>
        <p:spPr>
          <a:xfrm>
            <a:off x="18170342" y="7728331"/>
            <a:ext cx="24130" cy="172085"/>
          </a:xfrm>
          <a:custGeom>
            <a:avLst/>
            <a:gdLst/>
            <a:ahLst/>
            <a:cxnLst/>
            <a:rect l="l" t="t" r="r" b="b"/>
            <a:pathLst>
              <a:path w="24130" h="172084">
                <a:moveTo>
                  <a:pt x="23596" y="171896"/>
                </a:moveTo>
                <a:lnTo>
                  <a:pt x="0" y="171896"/>
                </a:lnTo>
                <a:lnTo>
                  <a:pt x="0" y="0"/>
                </a:lnTo>
                <a:lnTo>
                  <a:pt x="23596" y="0"/>
                </a:lnTo>
                <a:lnTo>
                  <a:pt x="23596" y="171896"/>
                </a:lnTo>
                <a:close/>
              </a:path>
            </a:pathLst>
          </a:custGeom>
          <a:solidFill>
            <a:srgbClr val="DD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 txBox="1"/>
          <p:nvPr/>
        </p:nvSpPr>
        <p:spPr>
          <a:xfrm>
            <a:off x="17987663" y="7372149"/>
            <a:ext cx="1029969" cy="5251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85"/>
              </a:spcBef>
            </a:pPr>
            <a:r>
              <a:rPr sz="1250" dirty="0">
                <a:solidFill>
                  <a:srgbClr val="2A2D36"/>
                </a:solidFill>
                <a:latin typeface="Arial"/>
                <a:cs typeface="Arial"/>
              </a:rPr>
              <a:t>T</a:t>
            </a:r>
            <a:r>
              <a:rPr sz="1250" dirty="0">
                <a:solidFill>
                  <a:srgbClr val="494B56"/>
                </a:solidFill>
                <a:latin typeface="Arial"/>
                <a:cs typeface="Arial"/>
              </a:rPr>
              <a:t>yler</a:t>
            </a:r>
            <a:r>
              <a:rPr sz="1250" spc="10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250" spc="40" dirty="0">
                <a:solidFill>
                  <a:srgbClr val="363D4B"/>
                </a:solidFill>
                <a:latin typeface="Arial"/>
                <a:cs typeface="Arial"/>
              </a:rPr>
              <a:t>Mark</a:t>
            </a:r>
            <a:endParaRPr sz="125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550"/>
              </a:spcBef>
              <a:tabLst>
                <a:tab pos="353695" algn="l"/>
                <a:tab pos="672465" algn="l"/>
              </a:tabLst>
            </a:pPr>
            <a:r>
              <a:rPr sz="1000" spc="90" dirty="0">
                <a:solidFill>
                  <a:srgbClr val="B8BABF"/>
                </a:solidFill>
                <a:latin typeface="Arial"/>
                <a:cs typeface="Arial"/>
              </a:rPr>
              <a:t>o</a:t>
            </a:r>
            <a:r>
              <a:rPr sz="1000" spc="35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50" dirty="0">
                <a:solidFill>
                  <a:srgbClr val="B8BABF"/>
                </a:solidFill>
                <a:latin typeface="Arial"/>
                <a:cs typeface="Arial"/>
              </a:rPr>
              <a:t>•</a:t>
            </a:r>
            <a:r>
              <a:rPr sz="1000" dirty="0">
                <a:solidFill>
                  <a:srgbClr val="B8BABF"/>
                </a:solidFill>
                <a:latin typeface="Arial"/>
                <a:cs typeface="Arial"/>
              </a:rPr>
              <a:t>	</a:t>
            </a:r>
            <a:r>
              <a:rPr sz="1000" spc="-25" dirty="0">
                <a:solidFill>
                  <a:srgbClr val="B8BABF"/>
                </a:solidFill>
                <a:latin typeface="Arial"/>
                <a:cs typeface="Arial"/>
              </a:rPr>
              <a:t>ign</a:t>
            </a:r>
            <a:r>
              <a:rPr sz="1000" dirty="0">
                <a:solidFill>
                  <a:srgbClr val="B8BABF"/>
                </a:solidFill>
                <a:latin typeface="Arial"/>
                <a:cs typeface="Arial"/>
              </a:rPr>
              <a:t>	ou</a:t>
            </a:r>
            <a:r>
              <a:rPr sz="1000" spc="28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25" dirty="0">
                <a:solidFill>
                  <a:srgbClr val="B8BABF"/>
                </a:solidFill>
                <a:latin typeface="Arial"/>
                <a:cs typeface="Arial"/>
              </a:rPr>
              <a:t>se</a:t>
            </a:r>
            <a:endParaRPr sz="100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9445486" y="8350613"/>
            <a:ext cx="1042669" cy="507365"/>
          </a:xfrm>
          <a:prstGeom prst="rect">
            <a:avLst/>
          </a:prstGeom>
        </p:spPr>
        <p:txBody>
          <a:bodyPr vert="horz" wrap="square" lIns="0" tIns="901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1250" spc="65" dirty="0">
                <a:solidFill>
                  <a:srgbClr val="2A2D36"/>
                </a:solidFill>
                <a:latin typeface="Arial"/>
                <a:cs typeface="Arial"/>
              </a:rPr>
              <a:t>Ma</a:t>
            </a:r>
            <a:r>
              <a:rPr sz="1250" spc="65" dirty="0">
                <a:solidFill>
                  <a:srgbClr val="494B56"/>
                </a:solidFill>
                <a:latin typeface="Arial"/>
                <a:cs typeface="Arial"/>
              </a:rPr>
              <a:t>thema</a:t>
            </a:r>
            <a:r>
              <a:rPr sz="1250" spc="65" dirty="0">
                <a:solidFill>
                  <a:srgbClr val="2A2D36"/>
                </a:solidFill>
                <a:latin typeface="Arial"/>
                <a:cs typeface="Arial"/>
              </a:rPr>
              <a:t>t</a:t>
            </a:r>
            <a:r>
              <a:rPr sz="1250" spc="65" dirty="0">
                <a:solidFill>
                  <a:srgbClr val="646770"/>
                </a:solidFill>
                <a:latin typeface="Arial"/>
                <a:cs typeface="Arial"/>
              </a:rPr>
              <a:t>i</a:t>
            </a:r>
            <a:r>
              <a:rPr sz="1250" spc="65" dirty="0">
                <a:solidFill>
                  <a:srgbClr val="494B56"/>
                </a:solidFill>
                <a:latin typeface="Arial"/>
                <a:cs typeface="Arial"/>
              </a:rPr>
              <a:t>cs</a:t>
            </a:r>
            <a:endParaRPr sz="1250">
              <a:latin typeface="Arial"/>
              <a:cs typeface="Arial"/>
            </a:endParaRPr>
          </a:p>
          <a:p>
            <a:pPr marL="19050">
              <a:lnSpc>
                <a:spcPct val="100000"/>
              </a:lnSpc>
              <a:spcBef>
                <a:spcPts val="484"/>
              </a:spcBef>
            </a:pPr>
            <a:r>
              <a:rPr sz="1000" spc="65" dirty="0">
                <a:solidFill>
                  <a:srgbClr val="B8BABF"/>
                </a:solidFill>
                <a:latin typeface="Arial"/>
                <a:cs typeface="Arial"/>
              </a:rPr>
              <a:t>50+</a:t>
            </a:r>
            <a:r>
              <a:rPr sz="1000" spc="-8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B8BABF"/>
                </a:solidFill>
                <a:latin typeface="Arial"/>
                <a:cs typeface="Arial"/>
              </a:rPr>
              <a:t>Cour....is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9128414" y="9417673"/>
            <a:ext cx="21329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900" spc="-20" dirty="0">
                <a:solidFill>
                  <a:srgbClr val="363D4B"/>
                </a:solidFill>
                <a:latin typeface="Arial"/>
                <a:cs typeface="Arial"/>
              </a:rPr>
              <a:t>&gt;</a:t>
            </a:r>
            <a:r>
              <a:rPr sz="900" spc="12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94B56"/>
                </a:solidFill>
                <a:latin typeface="Arial"/>
                <a:cs typeface="Arial"/>
              </a:rPr>
              <a:t>5</a:t>
            </a:r>
            <a:r>
              <a:rPr sz="1500" spc="225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494B56"/>
                </a:solidFill>
                <a:latin typeface="Arial"/>
                <a:cs typeface="Arial"/>
              </a:rPr>
              <a:t>Schoo</a:t>
            </a:r>
            <a:r>
              <a:rPr sz="1500" dirty="0">
                <a:solidFill>
                  <a:srgbClr val="2A2D36"/>
                </a:solidFill>
                <a:latin typeface="Arial"/>
                <a:cs typeface="Arial"/>
              </a:rPr>
              <a:t>l</a:t>
            </a:r>
            <a:r>
              <a:rPr sz="1500" spc="-125" dirty="0">
                <a:solidFill>
                  <a:srgbClr val="2A2D36"/>
                </a:solidFill>
                <a:latin typeface="Arial"/>
                <a:cs typeface="Arial"/>
              </a:rPr>
              <a:t> </a:t>
            </a:r>
            <a:r>
              <a:rPr sz="1500" spc="45" dirty="0">
                <a:solidFill>
                  <a:srgbClr val="363D4B"/>
                </a:solidFill>
                <a:latin typeface="Arial"/>
                <a:cs typeface="Arial"/>
              </a:rPr>
              <a:t>Performance</a:t>
            </a:r>
            <a:endParaRPr sz="150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1887898" y="4869874"/>
            <a:ext cx="698500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10" dirty="0">
                <a:solidFill>
                  <a:srgbClr val="7E8290"/>
                </a:solidFill>
                <a:latin typeface="Arial"/>
                <a:cs typeface="Arial"/>
              </a:rPr>
              <a:t>A</a:t>
            </a:r>
            <a:r>
              <a:rPr sz="1000" spc="-10" dirty="0">
                <a:solidFill>
                  <a:srgbClr val="646770"/>
                </a:solidFill>
                <a:latin typeface="Arial"/>
                <a:cs typeface="Arial"/>
              </a:rPr>
              <a:t>ll</a:t>
            </a:r>
            <a:r>
              <a:rPr sz="1000" spc="-70" dirty="0">
                <a:solidFill>
                  <a:srgbClr val="646770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E8290"/>
                </a:solidFill>
                <a:latin typeface="Arial"/>
                <a:cs typeface="Arial"/>
              </a:rPr>
              <a:t>Courses</a:t>
            </a:r>
            <a:endParaRPr sz="10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2309422" y="5499872"/>
            <a:ext cx="213995" cy="28067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5"/>
              </a:spcBef>
            </a:pPr>
            <a:r>
              <a:rPr sz="850" dirty="0">
                <a:solidFill>
                  <a:srgbClr val="363D4B"/>
                </a:solidFill>
                <a:latin typeface="Arial"/>
                <a:cs typeface="Arial"/>
              </a:rPr>
              <a:t>,</a:t>
            </a:r>
            <a:r>
              <a:rPr sz="850" spc="26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2475" spc="-75" baseline="-20202" dirty="0">
                <a:solidFill>
                  <a:srgbClr val="494B56"/>
                </a:solidFill>
                <a:latin typeface="Arial"/>
                <a:cs typeface="Arial"/>
              </a:rPr>
              <a:t>'</a:t>
            </a:r>
            <a:endParaRPr sz="2475" baseline="-20202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1383757" y="8535675"/>
            <a:ext cx="1114425" cy="1911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51560" algn="l"/>
              </a:tabLst>
            </a:pPr>
            <a:r>
              <a:rPr sz="1000" dirty="0">
                <a:solidFill>
                  <a:srgbClr val="70B5D4"/>
                </a:solidFill>
                <a:latin typeface="Arial"/>
                <a:cs typeface="Arial"/>
              </a:rPr>
              <a:t>View</a:t>
            </a:r>
            <a:r>
              <a:rPr sz="1000" spc="-85" dirty="0">
                <a:solidFill>
                  <a:srgbClr val="70B5D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70B5D4"/>
                </a:solidFill>
                <a:latin typeface="Arial"/>
                <a:cs typeface="Arial"/>
              </a:rPr>
              <a:t>courses</a:t>
            </a:r>
            <a:r>
              <a:rPr sz="1000" dirty="0">
                <a:solidFill>
                  <a:srgbClr val="70B5D4"/>
                </a:solidFill>
                <a:latin typeface="Arial"/>
                <a:cs typeface="Arial"/>
              </a:rPr>
              <a:t>	</a:t>
            </a:r>
            <a:r>
              <a:rPr sz="1050" spc="-50" dirty="0">
                <a:solidFill>
                  <a:srgbClr val="494B56"/>
                </a:solidFill>
                <a:latin typeface="Times New Roman"/>
                <a:cs typeface="Times New Roman"/>
              </a:rPr>
              <a:t>!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2924170" y="4834436"/>
            <a:ext cx="143954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70" dirty="0">
                <a:solidFill>
                  <a:srgbClr val="363D4B"/>
                </a:solidFill>
                <a:latin typeface="Arial"/>
                <a:cs typeface="Arial"/>
              </a:rPr>
              <a:t>Current</a:t>
            </a:r>
            <a:r>
              <a:rPr sz="1500" spc="7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2A2D36"/>
                </a:solidFill>
                <a:latin typeface="Arial"/>
                <a:cs typeface="Arial"/>
              </a:rPr>
              <a:t>A</a:t>
            </a:r>
            <a:r>
              <a:rPr sz="1500" spc="-10" dirty="0">
                <a:solidFill>
                  <a:srgbClr val="494B56"/>
                </a:solidFill>
                <a:latin typeface="Arial"/>
                <a:cs typeface="Arial"/>
              </a:rPr>
              <a:t>c</a:t>
            </a:r>
            <a:r>
              <a:rPr sz="1500" spc="-10" dirty="0">
                <a:solidFill>
                  <a:srgbClr val="2A2D36"/>
                </a:solidFill>
                <a:latin typeface="Arial"/>
                <a:cs typeface="Arial"/>
              </a:rPr>
              <a:t>tivity</a:t>
            </a:r>
            <a:endParaRPr sz="150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3115991" y="5448684"/>
            <a:ext cx="1856105" cy="40830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60" dirty="0">
                <a:solidFill>
                  <a:srgbClr val="363D4B"/>
                </a:solidFill>
                <a:latin typeface="Arial"/>
                <a:cs typeface="Arial"/>
              </a:rPr>
              <a:t>Monthly</a:t>
            </a:r>
            <a:r>
              <a:rPr sz="1500" spc="-4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94B56"/>
                </a:solidFill>
                <a:latin typeface="Arial"/>
                <a:cs typeface="Arial"/>
              </a:rPr>
              <a:t>Progre</a:t>
            </a:r>
            <a:r>
              <a:rPr sz="1500" spc="-10" dirty="0">
                <a:solidFill>
                  <a:srgbClr val="646770"/>
                </a:solidFill>
                <a:latin typeface="Arial"/>
                <a:cs typeface="Arial"/>
              </a:rPr>
              <a:t>s</a:t>
            </a:r>
            <a:r>
              <a:rPr sz="1500" spc="-10" dirty="0">
                <a:solidFill>
                  <a:srgbClr val="494B56"/>
                </a:solidFill>
                <a:latin typeface="Arial"/>
                <a:cs typeface="Arial"/>
              </a:rPr>
              <a:t>s</a:t>
            </a:r>
            <a:endParaRPr sz="1500">
              <a:latin typeface="Arial"/>
              <a:cs typeface="Arial"/>
            </a:endParaRPr>
          </a:p>
          <a:p>
            <a:pPr marL="15240">
              <a:lnSpc>
                <a:spcPct val="100000"/>
              </a:lnSpc>
              <a:spcBef>
                <a:spcPts val="50"/>
              </a:spcBef>
            </a:pPr>
            <a:r>
              <a:rPr sz="950" spc="75" dirty="0">
                <a:solidFill>
                  <a:srgbClr val="B8BABF"/>
                </a:solidFill>
                <a:latin typeface="Arial"/>
                <a:cs typeface="Arial"/>
              </a:rPr>
              <a:t>-</a:t>
            </a:r>
            <a:r>
              <a:rPr sz="950" spc="100" dirty="0">
                <a:solidFill>
                  <a:srgbClr val="B8BABF"/>
                </a:solidFill>
                <a:latin typeface="Arial"/>
                <a:cs typeface="Arial"/>
              </a:rPr>
              <a:t>nls</a:t>
            </a:r>
            <a:r>
              <a:rPr sz="950" spc="-12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950" spc="-30" dirty="0">
                <a:solidFill>
                  <a:srgbClr val="B8BABF"/>
                </a:solidFill>
                <a:latin typeface="Arial"/>
                <a:cs typeface="Arial"/>
              </a:rPr>
              <a:t>IS </a:t>
            </a:r>
            <a:r>
              <a:rPr sz="950" spc="114" dirty="0">
                <a:solidFill>
                  <a:srgbClr val="B8BABF"/>
                </a:solidFill>
                <a:latin typeface="Arial"/>
                <a:cs typeface="Arial"/>
              </a:rPr>
              <a:t>,h.,la</a:t>
            </a:r>
            <a:r>
              <a:rPr sz="950" spc="-10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B8BABF"/>
                </a:solidFill>
                <a:latin typeface="Arial"/>
                <a:cs typeface="Arial"/>
              </a:rPr>
              <a:t>�s</a:t>
            </a:r>
            <a:r>
              <a:rPr sz="950" spc="39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950" dirty="0">
                <a:solidFill>
                  <a:srgbClr val="B8BABF"/>
                </a:solidFill>
                <a:latin typeface="Arial"/>
                <a:cs typeface="Arial"/>
              </a:rPr>
              <a:t>Irr</a:t>
            </a:r>
            <a:r>
              <a:rPr sz="950" spc="5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950" spc="-40" dirty="0">
                <a:solidFill>
                  <a:srgbClr val="B8BABF"/>
                </a:solidFill>
                <a:latin typeface="Arial"/>
                <a:cs typeface="Arial"/>
              </a:rPr>
              <a:t>prov1a1ment</a:t>
            </a:r>
            <a:endParaRPr sz="950">
              <a:latin typeface="Arial"/>
              <a:cs typeface="Arial"/>
            </a:endParaRPr>
          </a:p>
        </p:txBody>
      </p:sp>
      <p:sp>
        <p:nvSpPr>
          <p:cNvPr id="79" name="object 79"/>
          <p:cNvSpPr txBox="1"/>
          <p:nvPr/>
        </p:nvSpPr>
        <p:spPr>
          <a:xfrm>
            <a:off x="16551468" y="5554996"/>
            <a:ext cx="170180" cy="252729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450" i="1" spc="-475" dirty="0">
                <a:solidFill>
                  <a:srgbClr val="54ACD1"/>
                </a:solidFill>
                <a:latin typeface="Arial"/>
                <a:cs typeface="Arial"/>
              </a:rPr>
              <a:t>am</a:t>
            </a:r>
            <a:endParaRPr sz="1450">
              <a:latin typeface="Arial"/>
              <a:cs typeface="Arial"/>
            </a:endParaRPr>
          </a:p>
        </p:txBody>
      </p:sp>
      <p:sp>
        <p:nvSpPr>
          <p:cNvPr id="80" name="object 80"/>
          <p:cNvSpPr txBox="1"/>
          <p:nvPr/>
        </p:nvSpPr>
        <p:spPr>
          <a:xfrm>
            <a:off x="15252727" y="9417673"/>
            <a:ext cx="225615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45" dirty="0">
                <a:solidFill>
                  <a:srgbClr val="494B56"/>
                </a:solidFill>
                <a:latin typeface="Arial"/>
                <a:cs typeface="Arial"/>
              </a:rPr>
              <a:t>Ove</a:t>
            </a:r>
            <a:r>
              <a:rPr sz="1500" spc="45" dirty="0">
                <a:solidFill>
                  <a:srgbClr val="2A2D36"/>
                </a:solidFill>
                <a:latin typeface="Arial"/>
                <a:cs typeface="Arial"/>
              </a:rPr>
              <a:t>r</a:t>
            </a:r>
            <a:r>
              <a:rPr sz="1500" spc="45" dirty="0">
                <a:solidFill>
                  <a:srgbClr val="494B56"/>
                </a:solidFill>
                <a:latin typeface="Arial"/>
                <a:cs typeface="Arial"/>
              </a:rPr>
              <a:t>all</a:t>
            </a:r>
            <a:r>
              <a:rPr sz="1500" spc="-40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500" dirty="0">
                <a:solidFill>
                  <a:srgbClr val="363D4B"/>
                </a:solidFill>
                <a:latin typeface="Arial"/>
                <a:cs typeface="Arial"/>
              </a:rPr>
              <a:t>Pass</a:t>
            </a:r>
            <a:r>
              <a:rPr sz="1500" spc="-80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500" spc="50" dirty="0">
                <a:solidFill>
                  <a:srgbClr val="494B56"/>
                </a:solidFill>
                <a:latin typeface="Arial"/>
                <a:cs typeface="Arial"/>
              </a:rPr>
              <a:t>Percentage</a:t>
            </a:r>
            <a:endParaRPr sz="1500">
              <a:latin typeface="Arial"/>
              <a:cs typeface="Arial"/>
            </a:endParaRPr>
          </a:p>
        </p:txBody>
      </p:sp>
      <p:sp>
        <p:nvSpPr>
          <p:cNvPr id="82" name="object 82"/>
          <p:cNvSpPr/>
          <p:nvPr/>
        </p:nvSpPr>
        <p:spPr>
          <a:xfrm>
            <a:off x="20025529" y="1854842"/>
            <a:ext cx="78740" cy="129539"/>
          </a:xfrm>
          <a:custGeom>
            <a:avLst/>
            <a:gdLst/>
            <a:ahLst/>
            <a:cxnLst/>
            <a:rect l="l" t="t" r="r" b="b"/>
            <a:pathLst>
              <a:path w="78740" h="129539">
                <a:moveTo>
                  <a:pt x="78570" y="128922"/>
                </a:moveTo>
                <a:lnTo>
                  <a:pt x="0" y="128922"/>
                </a:lnTo>
                <a:lnTo>
                  <a:pt x="0" y="0"/>
                </a:lnTo>
                <a:lnTo>
                  <a:pt x="78570" y="0"/>
                </a:lnTo>
                <a:lnTo>
                  <a:pt x="78570" y="128922"/>
                </a:lnTo>
                <a:close/>
              </a:path>
            </a:pathLst>
          </a:custGeom>
          <a:solidFill>
            <a:srgbClr val="DD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 txBox="1"/>
          <p:nvPr/>
        </p:nvSpPr>
        <p:spPr>
          <a:xfrm>
            <a:off x="19170994" y="1692317"/>
            <a:ext cx="935990" cy="29337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ts val="1190"/>
              </a:lnSpc>
              <a:spcBef>
                <a:spcPts val="120"/>
              </a:spcBef>
              <a:tabLst>
                <a:tab pos="459105" algn="l"/>
              </a:tabLst>
            </a:pPr>
            <a:r>
              <a:rPr sz="900" i="1" dirty="0">
                <a:solidFill>
                  <a:srgbClr val="3691BA"/>
                </a:solidFill>
                <a:latin typeface="Arial"/>
                <a:cs typeface="Arial"/>
              </a:rPr>
              <a:t>r</a:t>
            </a:r>
            <a:r>
              <a:rPr sz="900" i="1" spc="235" dirty="0">
                <a:solidFill>
                  <a:srgbClr val="3691BA"/>
                </a:solidFill>
                <a:latin typeface="Arial"/>
                <a:cs typeface="Arial"/>
              </a:rPr>
              <a:t>  </a:t>
            </a:r>
            <a:r>
              <a:rPr sz="900" spc="-25" dirty="0">
                <a:solidFill>
                  <a:srgbClr val="34A7DB"/>
                </a:solidFill>
                <a:latin typeface="Arial"/>
                <a:cs typeface="Arial"/>
              </a:rPr>
              <a:t>.,</a:t>
            </a:r>
            <a:r>
              <a:rPr sz="900" dirty="0">
                <a:solidFill>
                  <a:srgbClr val="34A7DB"/>
                </a:solidFill>
                <a:latin typeface="Arial"/>
                <a:cs typeface="Arial"/>
              </a:rPr>
              <a:t>	</a:t>
            </a:r>
            <a:r>
              <a:rPr sz="1000" b="1" dirty="0">
                <a:solidFill>
                  <a:srgbClr val="494B56"/>
                </a:solidFill>
                <a:latin typeface="Arial"/>
                <a:cs typeface="Arial"/>
              </a:rPr>
              <a:t>NII</a:t>
            </a:r>
            <a:r>
              <a:rPr sz="1000" b="1" spc="50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000" b="1" spc="55" dirty="0">
                <a:solidFill>
                  <a:srgbClr val="494B56"/>
                </a:solidFill>
                <a:latin typeface="Arial"/>
                <a:cs typeface="Arial"/>
              </a:rPr>
              <a:t>Yea</a:t>
            </a:r>
            <a:endParaRPr sz="1000">
              <a:latin typeface="Arial"/>
              <a:cs typeface="Arial"/>
            </a:endParaRPr>
          </a:p>
          <a:p>
            <a:pPr marL="58419">
              <a:lnSpc>
                <a:spcPts val="890"/>
              </a:lnSpc>
              <a:tabLst>
                <a:tab pos="854075" algn="l"/>
              </a:tabLst>
            </a:pPr>
            <a:r>
              <a:rPr sz="750" dirty="0">
                <a:solidFill>
                  <a:srgbClr val="54ACD1"/>
                </a:solidFill>
                <a:latin typeface="Arial"/>
                <a:cs typeface="Arial"/>
              </a:rPr>
              <a:t>I..</a:t>
            </a:r>
            <a:r>
              <a:rPr sz="750" spc="75" dirty="0">
                <a:solidFill>
                  <a:srgbClr val="54ACD1"/>
                </a:solidFill>
                <a:latin typeface="Arial"/>
                <a:cs typeface="Arial"/>
              </a:rPr>
              <a:t> </a:t>
            </a:r>
            <a:r>
              <a:rPr sz="750" spc="-25" dirty="0">
                <a:solidFill>
                  <a:srgbClr val="54ACD1"/>
                </a:solidFill>
                <a:latin typeface="Arial"/>
                <a:cs typeface="Arial"/>
              </a:rPr>
              <a:t>.J</a:t>
            </a:r>
            <a:r>
              <a:rPr sz="750" dirty="0">
                <a:solidFill>
                  <a:srgbClr val="54ACD1"/>
                </a:solidFill>
                <a:latin typeface="Arial"/>
                <a:cs typeface="Arial"/>
              </a:rPr>
              <a:t>	</a:t>
            </a:r>
            <a:r>
              <a:rPr sz="750" spc="-50" dirty="0">
                <a:solidFill>
                  <a:srgbClr val="B8BABF"/>
                </a:solidFill>
                <a:latin typeface="Arial"/>
                <a:cs typeface="Arial"/>
              </a:rPr>
              <a:t>A</a:t>
            </a:r>
            <a:endParaRPr sz="750">
              <a:latin typeface="Arial"/>
              <a:cs typeface="Arial"/>
            </a:endParaRPr>
          </a:p>
        </p:txBody>
      </p:sp>
      <p:sp>
        <p:nvSpPr>
          <p:cNvPr id="84" name="object 84"/>
          <p:cNvSpPr txBox="1"/>
          <p:nvPr/>
        </p:nvSpPr>
        <p:spPr>
          <a:xfrm>
            <a:off x="19304928" y="2361696"/>
            <a:ext cx="81851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dirty="0">
                <a:solidFill>
                  <a:srgbClr val="363D4B"/>
                </a:solidFill>
                <a:latin typeface="Arial"/>
                <a:cs typeface="Arial"/>
              </a:rPr>
              <a:t>Have</a:t>
            </a:r>
            <a:r>
              <a:rPr sz="1500" spc="8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100" spc="175" dirty="0">
                <a:solidFill>
                  <a:srgbClr val="363D4B"/>
                </a:solidFill>
                <a:latin typeface="Arial"/>
                <a:cs typeface="Arial"/>
              </a:rPr>
              <a:t>MO</a:t>
            </a:r>
            <a:endParaRPr sz="1100">
              <a:latin typeface="Arial"/>
              <a:cs typeface="Arial"/>
            </a:endParaRPr>
          </a:p>
        </p:txBody>
      </p:sp>
      <p:sp>
        <p:nvSpPr>
          <p:cNvPr id="85" name="object 85"/>
          <p:cNvSpPr txBox="1"/>
          <p:nvPr/>
        </p:nvSpPr>
        <p:spPr>
          <a:xfrm>
            <a:off x="18914470" y="2582188"/>
            <a:ext cx="110871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70" dirty="0">
                <a:solidFill>
                  <a:srgbClr val="494B56"/>
                </a:solidFill>
                <a:latin typeface="Arial"/>
                <a:cs typeface="Arial"/>
              </a:rPr>
              <a:t>knoledge</a:t>
            </a:r>
            <a:r>
              <a:rPr sz="1500" spc="-40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500" spc="35" dirty="0">
                <a:solidFill>
                  <a:srgbClr val="494B56"/>
                </a:solidFill>
                <a:latin typeface="Arial"/>
                <a:cs typeface="Arial"/>
              </a:rPr>
              <a:t>to</a:t>
            </a:r>
            <a:endParaRPr sz="1500">
              <a:latin typeface="Arial"/>
              <a:cs typeface="Arial"/>
            </a:endParaRPr>
          </a:p>
        </p:txBody>
      </p:sp>
      <p:sp>
        <p:nvSpPr>
          <p:cNvPr id="86" name="object 86"/>
          <p:cNvSpPr txBox="1"/>
          <p:nvPr/>
        </p:nvSpPr>
        <p:spPr>
          <a:xfrm>
            <a:off x="18999074" y="3043384"/>
            <a:ext cx="110489" cy="285115"/>
          </a:xfrm>
          <a:prstGeom prst="rect">
            <a:avLst/>
          </a:prstGeom>
          <a:solidFill>
            <a:srgbClr val="139CDF"/>
          </a:solidFill>
        </p:spPr>
        <p:txBody>
          <a:bodyPr vert="horz" wrap="square" lIns="0" tIns="6985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55"/>
              </a:spcBef>
            </a:pPr>
            <a:r>
              <a:rPr sz="1650" spc="-150" dirty="0">
                <a:solidFill>
                  <a:srgbClr val="EDFBFB"/>
                </a:solidFill>
                <a:latin typeface="Arial"/>
                <a:cs typeface="Arial"/>
              </a:rPr>
              <a:t>+</a:t>
            </a:r>
            <a:endParaRPr sz="1650">
              <a:latin typeface="Arial"/>
              <a:cs typeface="Arial"/>
            </a:endParaRPr>
          </a:p>
        </p:txBody>
      </p:sp>
      <p:sp>
        <p:nvSpPr>
          <p:cNvPr id="87" name="object 87"/>
          <p:cNvSpPr txBox="1"/>
          <p:nvPr/>
        </p:nvSpPr>
        <p:spPr>
          <a:xfrm>
            <a:off x="19274128" y="3105877"/>
            <a:ext cx="818515" cy="19558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1100" spc="60" dirty="0">
                <a:solidFill>
                  <a:srgbClr val="9EE6FB"/>
                </a:solidFill>
                <a:latin typeface="Arial"/>
                <a:cs typeface="Arial"/>
              </a:rPr>
              <a:t>CreateNew</a:t>
            </a:r>
            <a:endParaRPr sz="1100">
              <a:latin typeface="Arial"/>
              <a:cs typeface="Arial"/>
            </a:endParaRPr>
          </a:p>
        </p:txBody>
      </p:sp>
      <p:sp>
        <p:nvSpPr>
          <p:cNvPr id="88" name="object 88"/>
          <p:cNvSpPr txBox="1"/>
          <p:nvPr/>
        </p:nvSpPr>
        <p:spPr>
          <a:xfrm>
            <a:off x="18379519" y="3633502"/>
            <a:ext cx="1243965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75" dirty="0">
                <a:solidFill>
                  <a:srgbClr val="70B5D4"/>
                </a:solidFill>
                <a:latin typeface="Arial"/>
                <a:cs typeface="Arial"/>
              </a:rPr>
              <a:t>courses</a:t>
            </a:r>
            <a:r>
              <a:rPr sz="1000" spc="-70" dirty="0">
                <a:solidFill>
                  <a:srgbClr val="70B5D4"/>
                </a:solidFill>
                <a:latin typeface="Arial"/>
                <a:cs typeface="Arial"/>
              </a:rPr>
              <a:t> </a:t>
            </a:r>
            <a:r>
              <a:rPr sz="1000" spc="55" dirty="0">
                <a:solidFill>
                  <a:srgbClr val="70B5D4"/>
                </a:solidFill>
                <a:latin typeface="Arial"/>
                <a:cs typeface="Arial"/>
              </a:rPr>
              <a:t>in</a:t>
            </a:r>
            <a:r>
              <a:rPr sz="1000" spc="-60" dirty="0">
                <a:solidFill>
                  <a:srgbClr val="70B5D4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54ACD1"/>
                </a:solidFill>
                <a:latin typeface="Arial"/>
                <a:cs typeface="Arial"/>
              </a:rPr>
              <a:t>Progress</a:t>
            </a:r>
            <a:endParaRPr sz="1000">
              <a:latin typeface="Arial"/>
              <a:cs typeface="Arial"/>
            </a:endParaRPr>
          </a:p>
        </p:txBody>
      </p:sp>
      <p:sp>
        <p:nvSpPr>
          <p:cNvPr id="89" name="object 89"/>
          <p:cNvSpPr txBox="1"/>
          <p:nvPr/>
        </p:nvSpPr>
        <p:spPr>
          <a:xfrm>
            <a:off x="20049566" y="3633502"/>
            <a:ext cx="104139" cy="17716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000" spc="-50" dirty="0">
                <a:solidFill>
                  <a:srgbClr val="54ACD1"/>
                </a:solidFill>
                <a:latin typeface="Arial"/>
                <a:cs typeface="Arial"/>
              </a:rPr>
              <a:t>F</a:t>
            </a:r>
            <a:endParaRPr sz="1000">
              <a:latin typeface="Arial"/>
              <a:cs typeface="Arial"/>
            </a:endParaRPr>
          </a:p>
        </p:txBody>
      </p:sp>
      <p:sp>
        <p:nvSpPr>
          <p:cNvPr id="90" name="object 90"/>
          <p:cNvSpPr txBox="1"/>
          <p:nvPr/>
        </p:nvSpPr>
        <p:spPr>
          <a:xfrm>
            <a:off x="18879539" y="3924876"/>
            <a:ext cx="235585" cy="46990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2900" b="1" spc="-50" dirty="0">
                <a:solidFill>
                  <a:srgbClr val="363D4B"/>
                </a:solidFill>
                <a:latin typeface="Arial"/>
                <a:cs typeface="Arial"/>
              </a:rPr>
              <a:t>5</a:t>
            </a:r>
            <a:endParaRPr sz="2900">
              <a:latin typeface="Arial"/>
              <a:cs typeface="Arial"/>
            </a:endParaRPr>
          </a:p>
        </p:txBody>
      </p:sp>
      <p:sp>
        <p:nvSpPr>
          <p:cNvPr id="91" name="object 91"/>
          <p:cNvSpPr txBox="1"/>
          <p:nvPr/>
        </p:nvSpPr>
        <p:spPr>
          <a:xfrm>
            <a:off x="17206399" y="4834436"/>
            <a:ext cx="1459865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dirty="0">
                <a:solidFill>
                  <a:srgbClr val="2A2D36"/>
                </a:solidFill>
                <a:latin typeface="Arial"/>
                <a:cs typeface="Arial"/>
              </a:rPr>
              <a:t>Best</a:t>
            </a:r>
            <a:r>
              <a:rPr sz="1500" spc="60" dirty="0">
                <a:solidFill>
                  <a:srgbClr val="2A2D36"/>
                </a:solidFill>
                <a:latin typeface="Arial"/>
                <a:cs typeface="Arial"/>
              </a:rPr>
              <a:t> Instructors</a:t>
            </a:r>
            <a:endParaRPr sz="1500">
              <a:latin typeface="Arial"/>
              <a:cs typeface="Arial"/>
            </a:endParaRPr>
          </a:p>
        </p:txBody>
      </p:sp>
      <p:sp>
        <p:nvSpPr>
          <p:cNvPr id="92" name="object 92"/>
          <p:cNvSpPr txBox="1"/>
          <p:nvPr/>
        </p:nvSpPr>
        <p:spPr>
          <a:xfrm>
            <a:off x="17505360" y="5362060"/>
            <a:ext cx="1523365" cy="5581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145">
              <a:lnSpc>
                <a:spcPct val="100000"/>
              </a:lnSpc>
              <a:spcBef>
                <a:spcPts val="100"/>
              </a:spcBef>
              <a:tabLst>
                <a:tab pos="494030" algn="l"/>
              </a:tabLst>
            </a:pPr>
            <a:r>
              <a:rPr sz="2200" b="1" spc="-25" dirty="0">
                <a:solidFill>
                  <a:srgbClr val="493123"/>
                </a:solidFill>
                <a:latin typeface="Arial"/>
                <a:cs typeface="Arial"/>
              </a:rPr>
              <a:t>e,</a:t>
            </a:r>
            <a:r>
              <a:rPr sz="2200" b="1" dirty="0">
                <a:solidFill>
                  <a:srgbClr val="493123"/>
                </a:solidFill>
                <a:latin typeface="Arial"/>
                <a:cs typeface="Arial"/>
              </a:rPr>
              <a:t>	</a:t>
            </a:r>
            <a:r>
              <a:rPr sz="1250" dirty="0">
                <a:solidFill>
                  <a:srgbClr val="363D4B"/>
                </a:solidFill>
                <a:latin typeface="Arial"/>
                <a:cs typeface="Arial"/>
              </a:rPr>
              <a:t>Nil</a:t>
            </a:r>
            <a:r>
              <a:rPr sz="1250" spc="5" dirty="0">
                <a:solidFill>
                  <a:srgbClr val="363D4B"/>
                </a:solidFill>
                <a:latin typeface="Arial"/>
                <a:cs typeface="Arial"/>
              </a:rPr>
              <a:t> </a:t>
            </a:r>
            <a:r>
              <a:rPr sz="1250" spc="-10" dirty="0">
                <a:solidFill>
                  <a:srgbClr val="494B56"/>
                </a:solidFill>
                <a:latin typeface="Arial"/>
                <a:cs typeface="Arial"/>
              </a:rPr>
              <a:t>Yeager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45"/>
              </a:spcBef>
              <a:tabLst>
                <a:tab pos="501015" algn="l"/>
              </a:tabLst>
            </a:pPr>
            <a:r>
              <a:rPr sz="1250" b="1" spc="15" dirty="0">
                <a:solidFill>
                  <a:srgbClr val="7E8290"/>
                </a:solidFill>
                <a:latin typeface="Times New Roman"/>
                <a:cs typeface="Times New Roman"/>
              </a:rPr>
              <a:t>O</a:t>
            </a:r>
            <a:r>
              <a:rPr sz="1250" b="1" dirty="0">
                <a:solidFill>
                  <a:srgbClr val="7E8290"/>
                </a:solidFill>
                <a:latin typeface="Times New Roman"/>
                <a:cs typeface="Times New Roman"/>
              </a:rPr>
              <a:t>	</a:t>
            </a:r>
            <a:r>
              <a:rPr sz="950" dirty="0">
                <a:solidFill>
                  <a:srgbClr val="B8BABF"/>
                </a:solidFill>
                <a:latin typeface="Arial"/>
                <a:cs typeface="Arial"/>
              </a:rPr>
              <a:t>5</a:t>
            </a:r>
            <a:r>
              <a:rPr sz="950" spc="4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dirty="0">
                <a:solidFill>
                  <a:srgbClr val="B8BABF"/>
                </a:solidFill>
                <a:latin typeface="Arial"/>
                <a:cs typeface="Arial"/>
              </a:rPr>
              <a:t>De"1gn</a:t>
            </a:r>
            <a:r>
              <a:rPr sz="1000" spc="-6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950" spc="65" dirty="0">
                <a:solidFill>
                  <a:srgbClr val="B8BABF"/>
                </a:solidFill>
                <a:latin typeface="Arial"/>
                <a:cs typeface="Arial"/>
              </a:rPr>
              <a:t>Course</a:t>
            </a:r>
            <a:endParaRPr sz="950">
              <a:latin typeface="Arial"/>
              <a:cs typeface="Arial"/>
            </a:endParaRPr>
          </a:p>
        </p:txBody>
      </p:sp>
      <p:sp>
        <p:nvSpPr>
          <p:cNvPr id="93" name="object 93"/>
          <p:cNvSpPr txBox="1"/>
          <p:nvPr/>
        </p:nvSpPr>
        <p:spPr>
          <a:xfrm>
            <a:off x="17433056" y="8363121"/>
            <a:ext cx="259715" cy="512445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78740">
              <a:lnSpc>
                <a:spcPct val="100000"/>
              </a:lnSpc>
              <a:spcBef>
                <a:spcPts val="670"/>
              </a:spcBef>
            </a:pPr>
            <a:r>
              <a:rPr sz="1250" spc="110" dirty="0">
                <a:solidFill>
                  <a:srgbClr val="904634"/>
                </a:solidFill>
                <a:latin typeface="Arial"/>
                <a:cs typeface="Arial"/>
              </a:rPr>
              <a:t>�</a:t>
            </a:r>
            <a:endParaRPr sz="1250">
              <a:latin typeface="Arial"/>
              <a:cs typeface="Arial"/>
            </a:endParaRPr>
          </a:p>
          <a:p>
            <a:pPr marL="151765" indent="-139065">
              <a:lnSpc>
                <a:spcPct val="100000"/>
              </a:lnSpc>
              <a:spcBef>
                <a:spcPts val="500"/>
              </a:spcBef>
              <a:buClr>
                <a:srgbClr val="3F4936"/>
              </a:buClr>
              <a:buChar char="•"/>
              <a:tabLst>
                <a:tab pos="151765" algn="l"/>
              </a:tabLst>
            </a:pPr>
            <a:r>
              <a:rPr sz="1050" spc="-50" dirty="0">
                <a:solidFill>
                  <a:srgbClr val="756D34"/>
                </a:solidFill>
                <a:latin typeface="Times New Roman"/>
                <a:cs typeface="Times New Roman"/>
              </a:rPr>
              <a:t>v</a:t>
            </a:r>
            <a:r>
              <a:rPr sz="1050" spc="-50" dirty="0">
                <a:solidFill>
                  <a:srgbClr val="3F4936"/>
                </a:solidFill>
                <a:latin typeface="Times New Roman"/>
                <a:cs typeface="Times New Roman"/>
              </a:rPr>
              <a:t>•</a:t>
            </a:r>
            <a:endParaRPr sz="1050">
              <a:latin typeface="Times New Roman"/>
              <a:cs typeface="Times New Roman"/>
            </a:endParaRPr>
          </a:p>
        </p:txBody>
      </p:sp>
      <p:sp>
        <p:nvSpPr>
          <p:cNvPr id="94" name="object 94"/>
          <p:cNvSpPr txBox="1"/>
          <p:nvPr/>
        </p:nvSpPr>
        <p:spPr>
          <a:xfrm>
            <a:off x="17989336" y="8348645"/>
            <a:ext cx="1037590" cy="525145"/>
          </a:xfrm>
          <a:prstGeom prst="rect">
            <a:avLst/>
          </a:prstGeom>
        </p:spPr>
        <p:txBody>
          <a:bodyPr vert="horz" wrap="square" lIns="0" tIns="99695" rIns="0" bIns="0" rtlCol="0">
            <a:spAutoFit/>
          </a:bodyPr>
          <a:lstStyle/>
          <a:p>
            <a:pPr marL="17780">
              <a:lnSpc>
                <a:spcPct val="100000"/>
              </a:lnSpc>
              <a:spcBef>
                <a:spcPts val="785"/>
              </a:spcBef>
            </a:pPr>
            <a:r>
              <a:rPr sz="1250" spc="65" dirty="0">
                <a:solidFill>
                  <a:srgbClr val="494B56"/>
                </a:solidFill>
                <a:latin typeface="Arial"/>
                <a:cs typeface="Arial"/>
              </a:rPr>
              <a:t>Johen</a:t>
            </a:r>
            <a:r>
              <a:rPr sz="1250" spc="65" dirty="0">
                <a:solidFill>
                  <a:srgbClr val="2A2D36"/>
                </a:solidFill>
                <a:latin typeface="Arial"/>
                <a:cs typeface="Arial"/>
              </a:rPr>
              <a:t>Mar</a:t>
            </a:r>
            <a:r>
              <a:rPr sz="1250" spc="65" dirty="0">
                <a:solidFill>
                  <a:srgbClr val="494B56"/>
                </a:solidFill>
                <a:latin typeface="Arial"/>
                <a:cs typeface="Arial"/>
              </a:rPr>
              <a:t>k</a:t>
            </a:r>
            <a:endParaRPr sz="12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50"/>
              </a:spcBef>
            </a:pPr>
            <a:r>
              <a:rPr sz="900" spc="-25" dirty="0">
                <a:solidFill>
                  <a:srgbClr val="B8BABF"/>
                </a:solidFill>
                <a:latin typeface="Arial"/>
                <a:cs typeface="Arial"/>
              </a:rPr>
              <a:t>!:,</a:t>
            </a:r>
            <a:r>
              <a:rPr sz="900" spc="5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B8BABF"/>
                </a:solidFill>
                <a:latin typeface="Arial"/>
                <a:cs typeface="Arial"/>
              </a:rPr>
              <a:t>0.,.,1gn</a:t>
            </a:r>
            <a:r>
              <a:rPr sz="1000" spc="-50" dirty="0">
                <a:solidFill>
                  <a:srgbClr val="B8BABF"/>
                </a:solidFill>
                <a:latin typeface="Arial"/>
                <a:cs typeface="Arial"/>
              </a:rPr>
              <a:t> </a:t>
            </a:r>
            <a:r>
              <a:rPr sz="1000" spc="-10" dirty="0">
                <a:solidFill>
                  <a:srgbClr val="B8BABF"/>
                </a:solidFill>
                <a:latin typeface="Arial"/>
                <a:cs typeface="Arial"/>
              </a:rPr>
              <a:t>c.ourst.</a:t>
            </a:r>
            <a:endParaRPr sz="1000">
              <a:latin typeface="Arial"/>
              <a:cs typeface="Arial"/>
            </a:endParaRPr>
          </a:p>
        </p:txBody>
      </p:sp>
      <p:sp>
        <p:nvSpPr>
          <p:cNvPr id="95" name="object 95"/>
          <p:cNvSpPr txBox="1"/>
          <p:nvPr/>
        </p:nvSpPr>
        <p:spPr>
          <a:xfrm>
            <a:off x="18461435" y="9425548"/>
            <a:ext cx="1404620" cy="25717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500" spc="85" dirty="0">
                <a:solidFill>
                  <a:srgbClr val="494B56"/>
                </a:solidFill>
                <a:latin typeface="Arial"/>
                <a:cs typeface="Arial"/>
              </a:rPr>
              <a:t>Content</a:t>
            </a:r>
            <a:r>
              <a:rPr sz="1500" spc="-95" dirty="0">
                <a:solidFill>
                  <a:srgbClr val="494B56"/>
                </a:solidFill>
                <a:latin typeface="Arial"/>
                <a:cs typeface="Arial"/>
              </a:rPr>
              <a:t> </a:t>
            </a:r>
            <a:r>
              <a:rPr sz="1500" spc="-10" dirty="0">
                <a:solidFill>
                  <a:srgbClr val="494B56"/>
                </a:solidFill>
                <a:latin typeface="Arial"/>
                <a:cs typeface="Arial"/>
              </a:rPr>
              <a:t>Usage</a:t>
            </a:r>
            <a:endParaRPr sz="150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429" y="2504326"/>
            <a:ext cx="8589052" cy="8772726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0492485" y="9040561"/>
            <a:ext cx="0" cy="2252345"/>
          </a:xfrm>
          <a:custGeom>
            <a:avLst/>
            <a:gdLst/>
            <a:ahLst/>
            <a:cxnLst/>
            <a:rect l="l" t="t" r="r" b="b"/>
            <a:pathLst>
              <a:path h="2252345">
                <a:moveTo>
                  <a:pt x="0" y="2252244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0492485" y="5733069"/>
            <a:ext cx="0" cy="2961005"/>
          </a:xfrm>
          <a:custGeom>
            <a:avLst/>
            <a:gdLst/>
            <a:ahLst/>
            <a:cxnLst/>
            <a:rect l="l" t="t" r="r" b="b"/>
            <a:pathLst>
              <a:path h="2961004">
                <a:moveTo>
                  <a:pt x="0" y="2960992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0492485" y="2425577"/>
            <a:ext cx="0" cy="2961005"/>
          </a:xfrm>
          <a:custGeom>
            <a:avLst/>
            <a:gdLst/>
            <a:ahLst/>
            <a:cxnLst/>
            <a:rect l="l" t="t" r="r" b="b"/>
            <a:pathLst>
              <a:path h="2961004">
                <a:moveTo>
                  <a:pt x="0" y="2960992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211276" y="2425577"/>
            <a:ext cx="8353425" cy="0"/>
          </a:xfrm>
          <a:custGeom>
            <a:avLst/>
            <a:gdLst/>
            <a:ahLst/>
            <a:cxnLst/>
            <a:rect l="l" t="t" r="r" b="b"/>
            <a:pathLst>
              <a:path w="8353425">
                <a:moveTo>
                  <a:pt x="0" y="0"/>
                </a:moveTo>
                <a:lnTo>
                  <a:pt x="8353087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5757495" y="11269180"/>
            <a:ext cx="283210" cy="0"/>
          </a:xfrm>
          <a:custGeom>
            <a:avLst/>
            <a:gdLst/>
            <a:ahLst/>
            <a:cxnLst/>
            <a:rect l="l" t="t" r="r" b="b"/>
            <a:pathLst>
              <a:path w="283210">
                <a:moveTo>
                  <a:pt x="0" y="0"/>
                </a:moveTo>
                <a:lnTo>
                  <a:pt x="283155" y="0"/>
                </a:lnTo>
              </a:path>
            </a:pathLst>
          </a:custGeom>
          <a:ln w="3149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0989378" y="2893251"/>
            <a:ext cx="6769100" cy="1672589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-10" dirty="0">
                <a:solidFill>
                  <a:srgbClr val="1C2638"/>
                </a:solidFill>
                <a:latin typeface="Arial"/>
                <a:cs typeface="Arial"/>
              </a:rPr>
              <a:t>Backend</a:t>
            </a:r>
            <a:endParaRPr sz="2700" dirty="0">
              <a:latin typeface="Arial"/>
              <a:cs typeface="Arial"/>
            </a:endParaRPr>
          </a:p>
          <a:p>
            <a:pPr marL="16510" marR="5080" indent="4445">
              <a:lnSpc>
                <a:spcPct val="124000"/>
              </a:lnSpc>
              <a:spcBef>
                <a:spcPts val="2255"/>
              </a:spcBef>
            </a:pP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PHP</a:t>
            </a:r>
            <a:r>
              <a:rPr sz="2500" spc="-2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7.4+</a:t>
            </a:r>
            <a:r>
              <a:rPr sz="2500" spc="1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60" dirty="0">
                <a:solidFill>
                  <a:srgbClr val="343D4D"/>
                </a:solidFill>
                <a:latin typeface="Arial"/>
                <a:cs typeface="Arial"/>
              </a:rPr>
              <a:t>szerveroldali</a:t>
            </a:r>
            <a:r>
              <a:rPr sz="2500" spc="2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45" dirty="0">
                <a:solidFill>
                  <a:srgbClr val="343D4D"/>
                </a:solidFill>
                <a:latin typeface="Arial"/>
                <a:cs typeface="Arial"/>
              </a:rPr>
              <a:t>logika,</a:t>
            </a:r>
            <a:r>
              <a:rPr sz="2500" spc="10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-20" dirty="0">
                <a:solidFill>
                  <a:srgbClr val="343D4D"/>
                </a:solidFill>
                <a:latin typeface="Arial"/>
                <a:cs typeface="Arial"/>
              </a:rPr>
              <a:t>PDO</a:t>
            </a:r>
            <a:r>
              <a:rPr sz="2500" spc="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-10" dirty="0" err="1">
                <a:solidFill>
                  <a:srgbClr val="343D4D"/>
                </a:solidFill>
                <a:latin typeface="Arial"/>
                <a:cs typeface="Arial"/>
              </a:rPr>
              <a:t>adatb</a:t>
            </a:r>
            <a:r>
              <a:rPr lang="hu-HU" sz="2500" spc="-1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00" spc="-10" dirty="0" err="1">
                <a:solidFill>
                  <a:srgbClr val="343D4D"/>
                </a:solidFill>
                <a:latin typeface="Arial"/>
                <a:cs typeface="Arial"/>
              </a:rPr>
              <a:t>zis</a:t>
            </a:r>
            <a:r>
              <a:rPr sz="2500" spc="-1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40" dirty="0">
                <a:solidFill>
                  <a:srgbClr val="343D4D"/>
                </a:solidFill>
                <a:latin typeface="Arial"/>
                <a:cs typeface="Arial"/>
              </a:rPr>
              <a:t>kapcsolat.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998613" y="6200745"/>
            <a:ext cx="6527165" cy="1664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95" dirty="0" err="1">
                <a:solidFill>
                  <a:srgbClr val="1C2638"/>
                </a:solidFill>
                <a:latin typeface="Arial"/>
                <a:cs typeface="Arial"/>
              </a:rPr>
              <a:t>Adatb</a:t>
            </a:r>
            <a:r>
              <a:rPr lang="hu-HU" sz="2700" b="1" spc="95" dirty="0">
                <a:solidFill>
                  <a:srgbClr val="1C2638"/>
                </a:solidFill>
                <a:latin typeface="Arial"/>
                <a:cs typeface="Arial"/>
              </a:rPr>
              <a:t>á</a:t>
            </a:r>
            <a:r>
              <a:rPr sz="2700" b="1" spc="95" dirty="0" err="1">
                <a:solidFill>
                  <a:srgbClr val="1C2638"/>
                </a:solidFill>
                <a:latin typeface="Arial"/>
                <a:cs typeface="Arial"/>
              </a:rPr>
              <a:t>zis</a:t>
            </a:r>
            <a:endParaRPr sz="2700" dirty="0">
              <a:latin typeface="Arial"/>
              <a:cs typeface="Arial"/>
            </a:endParaRPr>
          </a:p>
          <a:p>
            <a:pPr marL="24765" marR="5080" indent="-12700">
              <a:lnSpc>
                <a:spcPct val="121900"/>
              </a:lnSpc>
              <a:spcBef>
                <a:spcPts val="2320"/>
              </a:spcBef>
            </a:pP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MySQL</a:t>
            </a:r>
            <a:r>
              <a:rPr sz="2500" spc="22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/</a:t>
            </a:r>
            <a:r>
              <a:rPr sz="2500" spc="21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MariaDB</a:t>
            </a:r>
            <a:r>
              <a:rPr sz="2500" spc="23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60" dirty="0" err="1">
                <a:solidFill>
                  <a:srgbClr val="343D4D"/>
                </a:solidFill>
                <a:latin typeface="Arial"/>
                <a:cs typeface="Arial"/>
              </a:rPr>
              <a:t>rel</a:t>
            </a:r>
            <a:r>
              <a:rPr lang="hu-HU" sz="2500" spc="6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00" spc="60" dirty="0">
                <a:solidFill>
                  <a:srgbClr val="343D4D"/>
                </a:solidFill>
                <a:latin typeface="Arial"/>
                <a:cs typeface="Arial"/>
              </a:rPr>
              <a:t>ci</a:t>
            </a:r>
            <a:r>
              <a:rPr lang="hu-HU" sz="2500" spc="60" dirty="0">
                <a:solidFill>
                  <a:srgbClr val="343D4D"/>
                </a:solidFill>
                <a:latin typeface="Arial"/>
                <a:cs typeface="Arial"/>
              </a:rPr>
              <a:t>ó</a:t>
            </a:r>
            <a:r>
              <a:rPr sz="2500" spc="60" dirty="0">
                <a:solidFill>
                  <a:srgbClr val="343D4D"/>
                </a:solidFill>
                <a:latin typeface="Arial"/>
                <a:cs typeface="Arial"/>
              </a:rPr>
              <a:t>s</a:t>
            </a:r>
            <a:r>
              <a:rPr sz="2500" spc="24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 err="1">
                <a:solidFill>
                  <a:srgbClr val="343D4D"/>
                </a:solidFill>
                <a:latin typeface="Arial"/>
                <a:cs typeface="Arial"/>
              </a:rPr>
              <a:t>adatb</a:t>
            </a:r>
            <a:r>
              <a:rPr lang="hu-HU" sz="250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00" dirty="0" err="1">
                <a:solidFill>
                  <a:srgbClr val="343D4D"/>
                </a:solidFill>
                <a:latin typeface="Arial"/>
                <a:cs typeface="Arial"/>
              </a:rPr>
              <a:t>zis</a:t>
            </a:r>
            <a:r>
              <a:rPr sz="2500" spc="30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65" dirty="0" err="1">
                <a:solidFill>
                  <a:srgbClr val="343D4D"/>
                </a:solidFill>
                <a:latin typeface="Arial"/>
                <a:cs typeface="Arial"/>
              </a:rPr>
              <a:t>kezel</a:t>
            </a:r>
            <a:r>
              <a:rPr lang="hu-HU" sz="2500" spc="65" dirty="0">
                <a:solidFill>
                  <a:srgbClr val="343D4D"/>
                </a:solidFill>
                <a:latin typeface="Arial"/>
                <a:cs typeface="Arial"/>
              </a:rPr>
              <a:t>ő</a:t>
            </a:r>
            <a:r>
              <a:rPr sz="2500" spc="6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(XAMPP</a:t>
            </a:r>
            <a:r>
              <a:rPr sz="2500" spc="6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70" dirty="0">
                <a:solidFill>
                  <a:srgbClr val="343D4D"/>
                </a:solidFill>
                <a:latin typeface="Arial"/>
                <a:cs typeface="Arial"/>
              </a:rPr>
              <a:t>kornyezet).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989378" y="9508236"/>
            <a:ext cx="6552565" cy="166433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2700" b="1" spc="100" dirty="0">
                <a:solidFill>
                  <a:srgbClr val="1C2638"/>
                </a:solidFill>
                <a:latin typeface="Arial"/>
                <a:cs typeface="Arial"/>
              </a:rPr>
              <a:t>Frontend</a:t>
            </a:r>
            <a:endParaRPr sz="2700" dirty="0">
              <a:latin typeface="Arial"/>
              <a:cs typeface="Arial"/>
            </a:endParaRPr>
          </a:p>
          <a:p>
            <a:pPr marL="20955" marR="5080" indent="-1270">
              <a:lnSpc>
                <a:spcPct val="124000"/>
              </a:lnSpc>
              <a:spcBef>
                <a:spcPts val="2195"/>
              </a:spcBef>
              <a:tabLst>
                <a:tab pos="1701164" algn="l"/>
              </a:tabLst>
            </a:pP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HTML5,</a:t>
            </a:r>
            <a:r>
              <a:rPr sz="2500" spc="24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CSS3</a:t>
            </a:r>
            <a:r>
              <a:rPr sz="2500" spc="3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50" dirty="0">
                <a:solidFill>
                  <a:srgbClr val="343D4D"/>
                </a:solidFill>
                <a:latin typeface="Arial"/>
                <a:cs typeface="Arial"/>
              </a:rPr>
              <a:t>(v</a:t>
            </a:r>
            <a:r>
              <a:rPr lang="hu-HU" sz="2500" spc="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00" spc="50" dirty="0" err="1">
                <a:solidFill>
                  <a:srgbClr val="343D4D"/>
                </a:solidFill>
                <a:latin typeface="Arial"/>
                <a:cs typeface="Arial"/>
              </a:rPr>
              <a:t>ltoz</a:t>
            </a:r>
            <a:r>
              <a:rPr lang="hu-HU" sz="2500" spc="50" dirty="0">
                <a:solidFill>
                  <a:srgbClr val="343D4D"/>
                </a:solidFill>
                <a:latin typeface="Arial"/>
                <a:cs typeface="Arial"/>
              </a:rPr>
              <a:t>ó</a:t>
            </a:r>
            <a:r>
              <a:rPr sz="2500" spc="50" dirty="0">
                <a:solidFill>
                  <a:srgbClr val="343D4D"/>
                </a:solidFill>
                <a:latin typeface="Arial"/>
                <a:cs typeface="Arial"/>
              </a:rPr>
              <a:t>k</a:t>
            </a:r>
            <a:r>
              <a:rPr sz="2500" spc="25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dirty="0" err="1">
                <a:solidFill>
                  <a:srgbClr val="343D4D"/>
                </a:solidFill>
                <a:latin typeface="Arial"/>
                <a:cs typeface="Arial"/>
              </a:rPr>
              <a:t>haszn</a:t>
            </a:r>
            <a:r>
              <a:rPr lang="hu-HU" sz="250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00" dirty="0" err="1">
                <a:solidFill>
                  <a:srgbClr val="343D4D"/>
                </a:solidFill>
                <a:latin typeface="Arial"/>
                <a:cs typeface="Arial"/>
              </a:rPr>
              <a:t>lata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),</a:t>
            </a:r>
            <a:r>
              <a:rPr sz="2500" spc="37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-10" dirty="0">
                <a:solidFill>
                  <a:srgbClr val="343D4D"/>
                </a:solidFill>
                <a:latin typeface="Arial"/>
                <a:cs typeface="Arial"/>
              </a:rPr>
              <a:t>Vanilla JavaScript</a:t>
            </a:r>
            <a:r>
              <a:rPr sz="2500" dirty="0">
                <a:solidFill>
                  <a:srgbClr val="343D4D"/>
                </a:solidFill>
                <a:latin typeface="Arial"/>
                <a:cs typeface="Arial"/>
              </a:rPr>
              <a:t>	</a:t>
            </a:r>
            <a:r>
              <a:rPr sz="2500" spc="90" dirty="0">
                <a:solidFill>
                  <a:srgbClr val="343D4D"/>
                </a:solidFill>
                <a:latin typeface="Arial"/>
                <a:cs typeface="Arial"/>
              </a:rPr>
              <a:t>(</a:t>
            </a:r>
            <a:r>
              <a:rPr sz="2500" spc="90" dirty="0" err="1">
                <a:solidFill>
                  <a:srgbClr val="343D4D"/>
                </a:solidFill>
                <a:latin typeface="Arial"/>
                <a:cs typeface="Arial"/>
              </a:rPr>
              <a:t>keretrendszer</a:t>
            </a:r>
            <a:r>
              <a:rPr sz="2500" spc="18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00" spc="50" dirty="0">
                <a:solidFill>
                  <a:srgbClr val="343D4D"/>
                </a:solidFill>
                <a:latin typeface="Arial"/>
                <a:cs typeface="Arial"/>
              </a:rPr>
              <a:t>n</a:t>
            </a:r>
            <a:r>
              <a:rPr lang="hu-HU" sz="2500" spc="50" dirty="0">
                <a:solidFill>
                  <a:srgbClr val="343D4D"/>
                </a:solidFill>
                <a:latin typeface="Arial"/>
                <a:cs typeface="Arial"/>
              </a:rPr>
              <a:t>é</a:t>
            </a:r>
            <a:r>
              <a:rPr sz="2500" spc="50" dirty="0" err="1">
                <a:solidFill>
                  <a:srgbClr val="343D4D"/>
                </a:solidFill>
                <a:latin typeface="Arial"/>
                <a:cs typeface="Arial"/>
              </a:rPr>
              <a:t>lk</a:t>
            </a:r>
            <a:r>
              <a:rPr lang="hu-HU" sz="2500" spc="50" dirty="0">
                <a:solidFill>
                  <a:srgbClr val="343D4D"/>
                </a:solidFill>
                <a:latin typeface="Arial"/>
                <a:cs typeface="Arial"/>
              </a:rPr>
              <a:t>ü</a:t>
            </a:r>
            <a:r>
              <a:rPr sz="2500" spc="50" dirty="0">
                <a:solidFill>
                  <a:srgbClr val="343D4D"/>
                </a:solidFill>
                <a:latin typeface="Arial"/>
                <a:cs typeface="Arial"/>
              </a:rPr>
              <a:t>l).</a:t>
            </a:r>
            <a:endParaRPr sz="2500" dirty="0">
              <a:latin typeface="Arial"/>
              <a:cs typeface="Arial"/>
            </a:endParaRPr>
          </a:p>
        </p:txBody>
      </p:sp>
      <p:sp>
        <p:nvSpPr>
          <p:cNvPr id="15" name="Téglalap 14">
            <a:extLst>
              <a:ext uri="{FF2B5EF4-FFF2-40B4-BE49-F238E27FC236}">
                <a16:creationId xmlns:a16="http://schemas.microsoft.com/office/drawing/2014/main" id="{50E0B596-B07E-4CF1-9D9E-46962D0B8A55}"/>
              </a:ext>
            </a:extLst>
          </p:cNvPr>
          <p:cNvSpPr/>
          <p:nvPr/>
        </p:nvSpPr>
        <p:spPr>
          <a:xfrm>
            <a:off x="1211276" y="869778"/>
            <a:ext cx="10052050" cy="777136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hu-HU" sz="4450" b="1" spc="275" dirty="0">
                <a:solidFill>
                  <a:srgbClr val="0E44F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ALKALMAZOTT TECHNOLÓGIÁK</a:t>
            </a:r>
            <a:endParaRPr lang="hu-HU" sz="4450" b="1" dirty="0">
              <a:solidFill>
                <a:srgbClr val="0E44F6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3344272" y="625261"/>
            <a:ext cx="9144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700" spc="-50" dirty="0">
                <a:solidFill>
                  <a:srgbClr val="0E44F6"/>
                </a:solidFill>
                <a:latin typeface="Times New Roman"/>
                <a:cs typeface="Times New Roman"/>
              </a:rPr>
              <a:t>;</a:t>
            </a:r>
            <a:endParaRPr sz="1700">
              <a:latin typeface="Times New Roman"/>
              <a:cs typeface="Times New Roman"/>
            </a:endParaRPr>
          </a:p>
        </p:txBody>
      </p:sp>
      <p:sp>
        <p:nvSpPr>
          <p:cNvPr id="4" name="object 4" descr="$PPTXTitle"/>
          <p:cNvSpPr txBox="1">
            <a:spLocks noGrp="1"/>
          </p:cNvSpPr>
          <p:nvPr>
            <p:ph type="title"/>
          </p:nvPr>
        </p:nvSpPr>
        <p:spPr>
          <a:xfrm>
            <a:off x="1096326" y="822138"/>
            <a:ext cx="8727124" cy="69955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280" dirty="0"/>
              <a:t>ADATB</a:t>
            </a:r>
            <a:r>
              <a:rPr lang="hu-HU" spc="280" dirty="0"/>
              <a:t>Á</a:t>
            </a:r>
            <a:r>
              <a:rPr spc="280" dirty="0"/>
              <a:t>ZIS</a:t>
            </a:r>
            <a:r>
              <a:rPr spc="-175" dirty="0"/>
              <a:t> </a:t>
            </a:r>
            <a:r>
              <a:rPr spc="265" dirty="0"/>
              <a:t>ARCHITE</a:t>
            </a:r>
            <a:r>
              <a:rPr lang="hu-HU" spc="265" dirty="0"/>
              <a:t>KTÚRA</a:t>
            </a:r>
            <a:endParaRPr spc="265" dirty="0"/>
          </a:p>
        </p:txBody>
      </p:sp>
      <p:sp>
        <p:nvSpPr>
          <p:cNvPr id="6" name="object 6"/>
          <p:cNvSpPr txBox="1"/>
          <p:nvPr/>
        </p:nvSpPr>
        <p:spPr>
          <a:xfrm>
            <a:off x="450850" y="2818422"/>
            <a:ext cx="7804150" cy="364045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 indent="12700">
              <a:lnSpc>
                <a:spcPct val="129200"/>
              </a:lnSpc>
              <a:spcBef>
                <a:spcPts val="95"/>
              </a:spcBef>
            </a:pP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A</a:t>
            </a:r>
            <a:r>
              <a:rPr sz="2400" spc="16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25" dirty="0">
                <a:solidFill>
                  <a:srgbClr val="343F4D"/>
                </a:solidFill>
                <a:latin typeface="Arial"/>
                <a:cs typeface="Arial"/>
              </a:rPr>
              <a:t>rendszer</a:t>
            </a:r>
            <a:r>
              <a:rPr sz="2400" spc="15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12</a:t>
            </a:r>
            <a:r>
              <a:rPr sz="2400" spc="4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lang="hu-HU" sz="240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bl</a:t>
            </a:r>
            <a:r>
              <a:rPr lang="hu-HU" sz="240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b</a:t>
            </a:r>
            <a:r>
              <a:rPr lang="hu-HU" sz="2400" dirty="0">
                <a:solidFill>
                  <a:srgbClr val="343F4D"/>
                </a:solidFill>
                <a:latin typeface="Arial"/>
                <a:cs typeface="Arial"/>
              </a:rPr>
              <a:t>ól</a:t>
            </a:r>
            <a:r>
              <a:rPr sz="2400" spc="-5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lang="hu-HU" sz="2400" spc="8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80" dirty="0" err="1">
                <a:solidFill>
                  <a:srgbClr val="343F4D"/>
                </a:solidFill>
                <a:latin typeface="Arial"/>
                <a:cs typeface="Arial"/>
              </a:rPr>
              <a:t>ll</a:t>
            </a:r>
            <a:r>
              <a:rPr lang="hu-HU" sz="2400" spc="80" dirty="0">
                <a:solidFill>
                  <a:srgbClr val="343F4D"/>
                </a:solidFill>
                <a:latin typeface="Arial"/>
                <a:cs typeface="Arial"/>
              </a:rPr>
              <a:t>ó</a:t>
            </a:r>
            <a:r>
              <a:rPr sz="2400" spc="7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00" dirty="0" err="1">
                <a:solidFill>
                  <a:srgbClr val="343F4D"/>
                </a:solidFill>
                <a:latin typeface="Arial"/>
                <a:cs typeface="Arial"/>
              </a:rPr>
              <a:t>rel</a:t>
            </a:r>
            <a:r>
              <a:rPr lang="hu-HU" sz="2400" spc="10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100" dirty="0">
                <a:solidFill>
                  <a:srgbClr val="343F4D"/>
                </a:solidFill>
                <a:latin typeface="Arial"/>
                <a:cs typeface="Arial"/>
              </a:rPr>
              <a:t>ci</a:t>
            </a:r>
            <a:r>
              <a:rPr lang="hu-HU" sz="2400" spc="100" dirty="0">
                <a:solidFill>
                  <a:srgbClr val="343F4D"/>
                </a:solidFill>
                <a:latin typeface="Arial"/>
                <a:cs typeface="Arial"/>
              </a:rPr>
              <a:t>ó</a:t>
            </a:r>
            <a:r>
              <a:rPr sz="2400" spc="100" dirty="0">
                <a:solidFill>
                  <a:srgbClr val="343F4D"/>
                </a:solidFill>
                <a:latin typeface="Arial"/>
                <a:cs typeface="Arial"/>
              </a:rPr>
              <a:t>s</a:t>
            </a:r>
            <a:r>
              <a:rPr sz="2400" spc="31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00" dirty="0" err="1">
                <a:solidFill>
                  <a:srgbClr val="343F4D"/>
                </a:solidFill>
                <a:latin typeface="Arial"/>
                <a:cs typeface="Arial"/>
              </a:rPr>
              <a:t>s</a:t>
            </a:r>
            <a:r>
              <a:rPr lang="hu-HU" sz="2400" spc="100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00" dirty="0">
                <a:solidFill>
                  <a:srgbClr val="343F4D"/>
                </a:solidFill>
                <a:latin typeface="Arial"/>
                <a:cs typeface="Arial"/>
              </a:rPr>
              <a:t>m</a:t>
            </a:r>
            <a:r>
              <a:rPr lang="hu-HU" sz="2400" spc="10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100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sz="2400" spc="229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90" dirty="0" err="1">
                <a:solidFill>
                  <a:srgbClr val="343F4D"/>
                </a:solidFill>
                <a:latin typeface="Arial"/>
                <a:cs typeface="Arial"/>
              </a:rPr>
              <a:t>haszn</a:t>
            </a:r>
            <a:r>
              <a:rPr lang="hu-HU" sz="2400" spc="9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90" dirty="0">
                <a:solidFill>
                  <a:srgbClr val="343F4D"/>
                </a:solidFill>
                <a:latin typeface="Arial"/>
                <a:cs typeface="Arial"/>
              </a:rPr>
              <a:t>l</a:t>
            </a:r>
            <a:r>
              <a:rPr sz="2400" spc="16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5" dirty="0">
                <a:solidFill>
                  <a:srgbClr val="343F4D"/>
                </a:solidFill>
                <a:latin typeface="Arial"/>
                <a:cs typeface="Arial"/>
              </a:rPr>
              <a:t>a </a:t>
            </a:r>
            <a:r>
              <a:rPr sz="2400" spc="95" dirty="0">
                <a:solidFill>
                  <a:srgbClr val="343F4D"/>
                </a:solidFill>
                <a:latin typeface="Arial"/>
                <a:cs typeface="Arial"/>
              </a:rPr>
              <a:t>maxim</a:t>
            </a:r>
            <a:r>
              <a:rPr lang="hu-HU" sz="2400" spc="95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95" dirty="0" err="1">
                <a:solidFill>
                  <a:srgbClr val="343F4D"/>
                </a:solidFill>
                <a:latin typeface="Arial"/>
                <a:cs typeface="Arial"/>
              </a:rPr>
              <a:t>lis</a:t>
            </a:r>
            <a:r>
              <a:rPr sz="2400" spc="28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20" dirty="0" err="1">
                <a:solidFill>
                  <a:srgbClr val="343F4D"/>
                </a:solidFill>
                <a:latin typeface="Arial"/>
                <a:cs typeface="Arial"/>
              </a:rPr>
              <a:t>adatintegrit</a:t>
            </a:r>
            <a:r>
              <a:rPr lang="hu-HU" sz="2400" spc="12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120" dirty="0">
                <a:solidFill>
                  <a:srgbClr val="343F4D"/>
                </a:solidFill>
                <a:latin typeface="Arial"/>
                <a:cs typeface="Arial"/>
              </a:rPr>
              <a:t>s</a:t>
            </a:r>
            <a:r>
              <a:rPr sz="2400" spc="8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lang="hu-HU" sz="2400" spc="105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05" dirty="0" err="1">
                <a:solidFill>
                  <a:srgbClr val="343F4D"/>
                </a:solidFill>
                <a:latin typeface="Arial"/>
                <a:cs typeface="Arial"/>
              </a:rPr>
              <a:t>rdek</a:t>
            </a:r>
            <a:r>
              <a:rPr lang="hu-HU" sz="2400" spc="105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05" dirty="0">
                <a:solidFill>
                  <a:srgbClr val="343F4D"/>
                </a:solidFill>
                <a:latin typeface="Arial"/>
                <a:cs typeface="Arial"/>
              </a:rPr>
              <a:t>ben: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60"/>
              </a:spcBef>
            </a:pPr>
            <a:endParaRPr sz="2400" dirty="0">
              <a:latin typeface="Arial"/>
              <a:cs typeface="Arial"/>
            </a:endParaRPr>
          </a:p>
          <a:p>
            <a:pPr marL="647065" indent="-315595">
              <a:lnSpc>
                <a:spcPct val="100000"/>
              </a:lnSpc>
              <a:buFont typeface="Arial"/>
              <a:buChar char="•"/>
              <a:tabLst>
                <a:tab pos="647065" algn="l"/>
              </a:tabLst>
            </a:pPr>
            <a:r>
              <a:rPr sz="2350" b="1" spc="110" dirty="0">
                <a:solidFill>
                  <a:srgbClr val="343F4D"/>
                </a:solidFill>
                <a:latin typeface="Arial"/>
                <a:cs typeface="Arial"/>
              </a:rPr>
              <a:t>szemelyek:</a:t>
            </a:r>
            <a:r>
              <a:rPr sz="2350" b="1" spc="229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lang="hu-HU" sz="2400" spc="95" dirty="0">
                <a:solidFill>
                  <a:srgbClr val="343F4D"/>
                </a:solidFill>
                <a:latin typeface="Arial"/>
                <a:cs typeface="Arial"/>
              </a:rPr>
              <a:t>ö</a:t>
            </a:r>
            <a:r>
              <a:rPr sz="2400" spc="95" dirty="0" err="1">
                <a:solidFill>
                  <a:srgbClr val="343F4D"/>
                </a:solidFill>
                <a:latin typeface="Arial"/>
                <a:cs typeface="Arial"/>
              </a:rPr>
              <a:t>rzsadatok</a:t>
            </a:r>
            <a:r>
              <a:rPr sz="2400" spc="32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lang="hu-HU" sz="2400" spc="125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25" dirty="0">
                <a:solidFill>
                  <a:srgbClr val="343F4D"/>
                </a:solidFill>
                <a:latin typeface="Arial"/>
                <a:cs typeface="Arial"/>
              </a:rPr>
              <a:t>s</a:t>
            </a:r>
            <a:r>
              <a:rPr sz="2400" spc="13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85" dirty="0" err="1">
                <a:solidFill>
                  <a:srgbClr val="343F4D"/>
                </a:solidFill>
                <a:latin typeface="Arial"/>
                <a:cs typeface="Arial"/>
              </a:rPr>
              <a:t>azonos</a:t>
            </a:r>
            <a:r>
              <a:rPr lang="hu-HU" sz="2400" spc="85" dirty="0">
                <a:solidFill>
                  <a:srgbClr val="343F4D"/>
                </a:solidFill>
                <a:latin typeface="Arial"/>
                <a:cs typeface="Arial"/>
              </a:rPr>
              <a:t>í</a:t>
            </a:r>
            <a:r>
              <a:rPr sz="2400" spc="85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lang="hu-HU" sz="2400" spc="85" dirty="0">
                <a:solidFill>
                  <a:srgbClr val="343F4D"/>
                </a:solidFill>
                <a:latin typeface="Arial"/>
                <a:cs typeface="Arial"/>
              </a:rPr>
              <a:t>ó</a:t>
            </a:r>
            <a:r>
              <a:rPr sz="2400" spc="85" dirty="0">
                <a:solidFill>
                  <a:srgbClr val="343F4D"/>
                </a:solidFill>
                <a:latin typeface="Arial"/>
                <a:cs typeface="Arial"/>
              </a:rPr>
              <a:t>k.</a:t>
            </a:r>
            <a:endParaRPr sz="2400" dirty="0">
              <a:latin typeface="Arial"/>
              <a:cs typeface="Arial"/>
            </a:endParaRPr>
          </a:p>
          <a:p>
            <a:pPr marL="644525" indent="-313055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644525" algn="l"/>
              </a:tabLst>
            </a:pPr>
            <a:r>
              <a:rPr sz="2350" b="1" spc="114" dirty="0">
                <a:solidFill>
                  <a:srgbClr val="343F4D"/>
                </a:solidFill>
                <a:latin typeface="Arial"/>
                <a:cs typeface="Arial"/>
              </a:rPr>
              <a:t>eredmenyek:</a:t>
            </a:r>
            <a:r>
              <a:rPr sz="2350" b="1" spc="35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85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lang="hu-HU" sz="2400" spc="85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85" dirty="0" err="1">
                <a:solidFill>
                  <a:srgbClr val="343F4D"/>
                </a:solidFill>
                <a:latin typeface="Arial"/>
                <a:cs typeface="Arial"/>
              </a:rPr>
              <a:t>rgyakhoz</a:t>
            </a:r>
            <a:r>
              <a:rPr sz="2400" spc="30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50" dirty="0">
                <a:solidFill>
                  <a:srgbClr val="343F4D"/>
                </a:solidFill>
                <a:latin typeface="Arial"/>
                <a:cs typeface="Arial"/>
              </a:rPr>
              <a:t>k</a:t>
            </a:r>
            <a:r>
              <a:rPr lang="hu-HU" sz="2400" spc="150" dirty="0">
                <a:solidFill>
                  <a:srgbClr val="343F4D"/>
                </a:solidFill>
                <a:latin typeface="Arial"/>
                <a:cs typeface="Arial"/>
              </a:rPr>
              <a:t>ö</a:t>
            </a:r>
            <a:r>
              <a:rPr sz="2400" spc="150" dirty="0">
                <a:solidFill>
                  <a:srgbClr val="343F4D"/>
                </a:solidFill>
                <a:latin typeface="Arial"/>
                <a:cs typeface="Arial"/>
              </a:rPr>
              <a:t>t</a:t>
            </a:r>
            <a:r>
              <a:rPr lang="hu-HU" sz="2400" spc="150" dirty="0">
                <a:solidFill>
                  <a:srgbClr val="343F4D"/>
                </a:solidFill>
                <a:latin typeface="Arial"/>
                <a:cs typeface="Arial"/>
              </a:rPr>
              <a:t>ö</a:t>
            </a:r>
            <a:r>
              <a:rPr sz="2400" spc="150" dirty="0" err="1">
                <a:solidFill>
                  <a:srgbClr val="343F4D"/>
                </a:solidFill>
                <a:latin typeface="Arial"/>
                <a:cs typeface="Arial"/>
              </a:rPr>
              <a:t>tt</a:t>
            </a:r>
            <a:r>
              <a:rPr sz="2400" spc="26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95" dirty="0">
                <a:solidFill>
                  <a:srgbClr val="343F4D"/>
                </a:solidFill>
                <a:latin typeface="Arial"/>
                <a:cs typeface="Arial"/>
              </a:rPr>
              <a:t>vizsgapontok.</a:t>
            </a:r>
            <a:endParaRPr sz="2400" dirty="0">
              <a:latin typeface="Arial"/>
              <a:cs typeface="Arial"/>
            </a:endParaRPr>
          </a:p>
          <a:p>
            <a:pPr marL="641350" indent="-309880">
              <a:lnSpc>
                <a:spcPct val="100000"/>
              </a:lnSpc>
              <a:spcBef>
                <a:spcPts val="840"/>
              </a:spcBef>
              <a:buFont typeface="Arial"/>
              <a:buChar char="•"/>
              <a:tabLst>
                <a:tab pos="641350" algn="l"/>
                <a:tab pos="3241675" algn="l"/>
              </a:tabLst>
            </a:pPr>
            <a:r>
              <a:rPr sz="2350" b="1" spc="70" dirty="0">
                <a:solidFill>
                  <a:srgbClr val="343F4D"/>
                </a:solidFill>
                <a:latin typeface="Arial"/>
                <a:cs typeface="Arial"/>
              </a:rPr>
              <a:t>dokumentumok:</a:t>
            </a:r>
            <a:r>
              <a:rPr sz="2350" b="1" dirty="0">
                <a:solidFill>
                  <a:srgbClr val="343F4D"/>
                </a:solidFill>
                <a:latin typeface="Arial"/>
                <a:cs typeface="Arial"/>
              </a:rPr>
              <a:t>	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PDF</a:t>
            </a:r>
            <a:r>
              <a:rPr sz="2400" spc="12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00" dirty="0">
                <a:solidFill>
                  <a:srgbClr val="343F4D"/>
                </a:solidFill>
                <a:latin typeface="Arial"/>
                <a:cs typeface="Arial"/>
              </a:rPr>
              <a:t>f</a:t>
            </a:r>
            <a:r>
              <a:rPr lang="hu-HU" sz="2400" spc="100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100" dirty="0" err="1">
                <a:solidFill>
                  <a:srgbClr val="343F4D"/>
                </a:solidFill>
                <a:latin typeface="Arial"/>
                <a:cs typeface="Arial"/>
              </a:rPr>
              <a:t>jlok</a:t>
            </a:r>
            <a:r>
              <a:rPr sz="2400" spc="10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125" dirty="0">
                <a:solidFill>
                  <a:srgbClr val="343F4D"/>
                </a:solidFill>
                <a:latin typeface="Arial"/>
                <a:cs typeface="Arial"/>
              </a:rPr>
              <a:t>el</a:t>
            </a:r>
            <a:r>
              <a:rPr lang="hu-HU" sz="2400" spc="125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25" dirty="0">
                <a:solidFill>
                  <a:srgbClr val="343F4D"/>
                </a:solidFill>
                <a:latin typeface="Arial"/>
                <a:cs typeface="Arial"/>
              </a:rPr>
              <a:t>r</a:t>
            </a:r>
            <a:r>
              <a:rPr lang="hu-HU" sz="2400" spc="125" dirty="0">
                <a:solidFill>
                  <a:srgbClr val="343F4D"/>
                </a:solidFill>
                <a:latin typeface="Arial"/>
                <a:cs typeface="Arial"/>
              </a:rPr>
              <a:t>é</a:t>
            </a:r>
            <a:r>
              <a:rPr sz="2400" spc="125" dirty="0" err="1">
                <a:solidFill>
                  <a:srgbClr val="343F4D"/>
                </a:solidFill>
                <a:latin typeface="Arial"/>
                <a:cs typeface="Arial"/>
              </a:rPr>
              <a:t>si</a:t>
            </a:r>
            <a:r>
              <a:rPr sz="2400" spc="60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lang="hu-HU" sz="2400" spc="75" dirty="0">
                <a:solidFill>
                  <a:srgbClr val="343F4D"/>
                </a:solidFill>
                <a:latin typeface="Arial"/>
                <a:cs typeface="Arial"/>
              </a:rPr>
              <a:t>ú</a:t>
            </a:r>
            <a:r>
              <a:rPr sz="2400" spc="75" dirty="0" err="1">
                <a:solidFill>
                  <a:srgbClr val="343F4D"/>
                </a:solidFill>
                <a:latin typeface="Arial"/>
                <a:cs typeface="Arial"/>
              </a:rPr>
              <a:t>tvonalai</a:t>
            </a:r>
            <a:r>
              <a:rPr sz="2400" spc="75" dirty="0">
                <a:solidFill>
                  <a:srgbClr val="343F4D"/>
                </a:solidFill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 marL="641350" marR="855344" indent="-310515">
              <a:lnSpc>
                <a:spcPct val="127000"/>
              </a:lnSpc>
              <a:spcBef>
                <a:spcPts val="65"/>
              </a:spcBef>
              <a:buFont typeface="Arial"/>
              <a:buChar char="•"/>
              <a:tabLst>
                <a:tab pos="641350" algn="l"/>
                <a:tab pos="4654550" algn="l"/>
              </a:tabLst>
            </a:pPr>
            <a:r>
              <a:rPr sz="2350" b="1" spc="75" dirty="0">
                <a:solidFill>
                  <a:srgbClr val="343F4D"/>
                </a:solidFill>
                <a:latin typeface="Arial"/>
                <a:cs typeface="Arial"/>
              </a:rPr>
              <a:t>beallitasok:</a:t>
            </a:r>
            <a:r>
              <a:rPr sz="2350" b="1" spc="22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75" dirty="0" err="1">
                <a:solidFill>
                  <a:srgbClr val="343F4D"/>
                </a:solidFill>
                <a:latin typeface="Arial"/>
                <a:cs typeface="Arial"/>
              </a:rPr>
              <a:t>Konfigur</a:t>
            </a:r>
            <a:r>
              <a:rPr lang="hu-HU" sz="2400" spc="75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75" dirty="0">
                <a:solidFill>
                  <a:srgbClr val="343F4D"/>
                </a:solidFill>
                <a:latin typeface="Arial"/>
                <a:cs typeface="Arial"/>
              </a:rPr>
              <a:t>ci</a:t>
            </a:r>
            <a:r>
              <a:rPr lang="hu-HU" sz="2400" spc="75" dirty="0">
                <a:solidFill>
                  <a:srgbClr val="343F4D"/>
                </a:solidFill>
                <a:latin typeface="Arial"/>
                <a:cs typeface="Arial"/>
              </a:rPr>
              <a:t>ó</a:t>
            </a:r>
            <a:r>
              <a:rPr sz="2400" spc="75" dirty="0">
                <a:solidFill>
                  <a:srgbClr val="343F4D"/>
                </a:solidFill>
                <a:latin typeface="Arial"/>
                <a:cs typeface="Arial"/>
              </a:rPr>
              <a:t>s</a:t>
            </a:r>
            <a:r>
              <a:rPr sz="2400" dirty="0">
                <a:solidFill>
                  <a:srgbClr val="343F4D"/>
                </a:solidFill>
                <a:latin typeface="Arial"/>
                <a:cs typeface="Arial"/>
              </a:rPr>
              <a:t>	</a:t>
            </a:r>
            <a:r>
              <a:rPr sz="2400" spc="95" dirty="0">
                <a:solidFill>
                  <a:srgbClr val="343F4D"/>
                </a:solidFill>
                <a:latin typeface="Arial"/>
                <a:cs typeface="Arial"/>
              </a:rPr>
              <a:t>adatok</a:t>
            </a:r>
            <a:r>
              <a:rPr sz="2400" spc="30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60" dirty="0">
                <a:solidFill>
                  <a:srgbClr val="343F4D"/>
                </a:solidFill>
                <a:latin typeface="Arial"/>
                <a:cs typeface="Arial"/>
              </a:rPr>
              <a:t>(pl.</a:t>
            </a:r>
            <a:r>
              <a:rPr sz="2400" spc="45" dirty="0">
                <a:solidFill>
                  <a:srgbClr val="343F4D"/>
                </a:solidFill>
                <a:latin typeface="Arial"/>
                <a:cs typeface="Arial"/>
              </a:rPr>
              <a:t> </a:t>
            </a:r>
            <a:r>
              <a:rPr sz="2400" spc="80" dirty="0">
                <a:solidFill>
                  <a:srgbClr val="343F4D"/>
                </a:solidFill>
                <a:latin typeface="Arial"/>
                <a:cs typeface="Arial"/>
              </a:rPr>
              <a:t>max </a:t>
            </a:r>
            <a:r>
              <a:rPr sz="2400" spc="105" dirty="0" err="1">
                <a:solidFill>
                  <a:srgbClr val="343F4D"/>
                </a:solidFill>
                <a:latin typeface="Arial"/>
                <a:cs typeface="Arial"/>
              </a:rPr>
              <a:t>pontsz</a:t>
            </a:r>
            <a:r>
              <a:rPr lang="hu-HU" sz="2400" spc="105" dirty="0">
                <a:solidFill>
                  <a:srgbClr val="343F4D"/>
                </a:solidFill>
                <a:latin typeface="Arial"/>
                <a:cs typeface="Arial"/>
              </a:rPr>
              <a:t>á</a:t>
            </a:r>
            <a:r>
              <a:rPr sz="2400" spc="105" dirty="0">
                <a:solidFill>
                  <a:srgbClr val="343F4D"/>
                </a:solidFill>
                <a:latin typeface="Arial"/>
                <a:cs typeface="Arial"/>
              </a:rPr>
              <a:t>m).</a:t>
            </a:r>
            <a:endParaRPr sz="2400" dirty="0">
              <a:latin typeface="Arial"/>
              <a:cs typeface="Arial"/>
            </a:endParaRPr>
          </a:p>
        </p:txBody>
      </p:sp>
      <p:pic>
        <p:nvPicPr>
          <p:cNvPr id="7" name="Kép 6">
            <a:extLst>
              <a:ext uri="{FF2B5EF4-FFF2-40B4-BE49-F238E27FC236}">
                <a16:creationId xmlns:a16="http://schemas.microsoft.com/office/drawing/2014/main" id="{A4CE02B4-CE69-4457-BD51-7DB1FC23D2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0652" y="822138"/>
            <a:ext cx="9594850" cy="4830511"/>
          </a:xfrm>
          <a:prstGeom prst="rect">
            <a:avLst/>
          </a:prstGeom>
        </p:spPr>
      </p:pic>
      <p:pic>
        <p:nvPicPr>
          <p:cNvPr id="9" name="Kép 8">
            <a:extLst>
              <a:ext uri="{FF2B5EF4-FFF2-40B4-BE49-F238E27FC236}">
                <a16:creationId xmlns:a16="http://schemas.microsoft.com/office/drawing/2014/main" id="{A9C26C51-3A0E-4B44-A5D3-770AEF7133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42784" y="6458876"/>
            <a:ext cx="10832718" cy="356425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16891" y="4142325"/>
            <a:ext cx="5615920" cy="2519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3830" y="4803824"/>
            <a:ext cx="582042" cy="692998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251930" y="4158076"/>
            <a:ext cx="5615920" cy="236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784602" y="4756574"/>
            <a:ext cx="550580" cy="787497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3386967" y="4142325"/>
            <a:ext cx="5615920" cy="251999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86447" y="648888"/>
            <a:ext cx="12089803" cy="873316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2581910">
              <a:lnSpc>
                <a:spcPts val="1645"/>
              </a:lnSpc>
              <a:spcBef>
                <a:spcPts val="110"/>
              </a:spcBef>
              <a:tabLst>
                <a:tab pos="6829425" algn="l"/>
              </a:tabLst>
            </a:pPr>
            <a:r>
              <a:rPr sz="1600" spc="-50" dirty="0">
                <a:solidFill>
                  <a:srgbClr val="0E44F4"/>
                </a:solidFill>
                <a:latin typeface="Arial"/>
                <a:cs typeface="Arial"/>
              </a:rPr>
              <a:t>;</a:t>
            </a:r>
            <a:r>
              <a:rPr sz="1600" dirty="0">
                <a:solidFill>
                  <a:srgbClr val="0E44F4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44F4"/>
                </a:solidFill>
                <a:latin typeface="Arial"/>
                <a:cs typeface="Arial"/>
              </a:rPr>
              <a:t>;</a:t>
            </a:r>
            <a:endParaRPr sz="1600" dirty="0">
              <a:latin typeface="Arial"/>
              <a:cs typeface="Arial"/>
            </a:endParaRPr>
          </a:p>
          <a:p>
            <a:pPr marL="12700">
              <a:lnSpc>
                <a:spcPts val="5065"/>
              </a:lnSpc>
            </a:pPr>
            <a:r>
              <a:rPr sz="4450" b="1" spc="305" dirty="0">
                <a:solidFill>
                  <a:srgbClr val="0E44F4"/>
                </a:solidFill>
                <a:latin typeface="Arial"/>
                <a:cs typeface="Arial"/>
              </a:rPr>
              <a:t>DESIGN</a:t>
            </a:r>
            <a:r>
              <a:rPr sz="4450" b="1" spc="-195" dirty="0">
                <a:solidFill>
                  <a:srgbClr val="0E44F4"/>
                </a:solidFill>
                <a:latin typeface="Arial"/>
                <a:cs typeface="Arial"/>
              </a:rPr>
              <a:t> </a:t>
            </a:r>
            <a:r>
              <a:rPr lang="hu-HU" sz="4450" b="1" spc="55" dirty="0">
                <a:solidFill>
                  <a:srgbClr val="0E44F4"/>
                </a:solidFill>
                <a:latin typeface="Arial"/>
                <a:cs typeface="Arial"/>
              </a:rPr>
              <a:t>É</a:t>
            </a:r>
            <a:r>
              <a:rPr sz="4450" b="1" spc="55" dirty="0">
                <a:solidFill>
                  <a:srgbClr val="0E44F4"/>
                </a:solidFill>
                <a:latin typeface="Arial"/>
                <a:cs typeface="Arial"/>
              </a:rPr>
              <a:t>S</a:t>
            </a:r>
            <a:r>
              <a:rPr sz="4450" b="1" spc="-415" dirty="0">
                <a:solidFill>
                  <a:srgbClr val="0E44F4"/>
                </a:solidFill>
                <a:latin typeface="Arial"/>
                <a:cs typeface="Arial"/>
              </a:rPr>
              <a:t> </a:t>
            </a:r>
            <a:r>
              <a:rPr sz="4450" b="1" spc="280" dirty="0">
                <a:solidFill>
                  <a:srgbClr val="0E44F4"/>
                </a:solidFill>
                <a:latin typeface="Arial"/>
                <a:cs typeface="Arial"/>
              </a:rPr>
              <a:t>FELHASZN</a:t>
            </a:r>
            <a:r>
              <a:rPr lang="hu-HU" sz="4450" b="1" spc="280" dirty="0">
                <a:solidFill>
                  <a:srgbClr val="0E44F4"/>
                </a:solidFill>
                <a:latin typeface="Arial"/>
                <a:cs typeface="Arial"/>
              </a:rPr>
              <a:t>Á</a:t>
            </a:r>
            <a:r>
              <a:rPr sz="4450" b="1" spc="280" dirty="0">
                <a:solidFill>
                  <a:srgbClr val="0E44F4"/>
                </a:solidFill>
                <a:latin typeface="Arial"/>
                <a:cs typeface="Arial"/>
              </a:rPr>
              <a:t>L</a:t>
            </a:r>
            <a:r>
              <a:rPr lang="hu-HU" sz="4450" b="1" spc="280" dirty="0">
                <a:solidFill>
                  <a:srgbClr val="0E44F4"/>
                </a:solidFill>
                <a:latin typeface="Arial"/>
                <a:cs typeface="Arial"/>
              </a:rPr>
              <a:t>ÓI ÉLMÉNY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745187" y="648888"/>
            <a:ext cx="8826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600" spc="-50" dirty="0">
                <a:solidFill>
                  <a:srgbClr val="0E44F4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652050" y="5873934"/>
            <a:ext cx="2552065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75" dirty="0">
                <a:solidFill>
                  <a:srgbClr val="0F1526"/>
                </a:solidFill>
                <a:latin typeface="Arial"/>
                <a:cs typeface="Arial"/>
              </a:rPr>
              <a:t>S</a:t>
            </a:r>
            <a:r>
              <a:rPr lang="hu-HU" sz="2100" b="1" spc="75" dirty="0">
                <a:solidFill>
                  <a:srgbClr val="0F1526"/>
                </a:solidFill>
                <a:latin typeface="Arial"/>
                <a:cs typeface="Arial"/>
              </a:rPr>
              <a:t>ö</a:t>
            </a:r>
            <a:r>
              <a:rPr sz="2100" b="1" spc="75" dirty="0">
                <a:solidFill>
                  <a:srgbClr val="0F1526"/>
                </a:solidFill>
                <a:latin typeface="Arial"/>
                <a:cs typeface="Arial"/>
              </a:rPr>
              <a:t>t</a:t>
            </a:r>
            <a:r>
              <a:rPr lang="hu-HU" sz="2100" b="1" spc="75" dirty="0">
                <a:solidFill>
                  <a:srgbClr val="0F1526"/>
                </a:solidFill>
                <a:latin typeface="Arial"/>
                <a:cs typeface="Arial"/>
              </a:rPr>
              <a:t>é</a:t>
            </a:r>
            <a:r>
              <a:rPr sz="2100" b="1" spc="75" dirty="0">
                <a:solidFill>
                  <a:srgbClr val="0F1526"/>
                </a:solidFill>
                <a:latin typeface="Arial"/>
                <a:cs typeface="Arial"/>
              </a:rPr>
              <a:t>t/</a:t>
            </a:r>
            <a:r>
              <a:rPr sz="2100" b="1" spc="75" dirty="0" err="1">
                <a:solidFill>
                  <a:srgbClr val="0F1526"/>
                </a:solidFill>
                <a:latin typeface="Arial"/>
                <a:cs typeface="Arial"/>
              </a:rPr>
              <a:t>Vil</a:t>
            </a:r>
            <a:r>
              <a:rPr lang="hu-HU" sz="2100" b="1" spc="75" dirty="0">
                <a:solidFill>
                  <a:srgbClr val="0F1526"/>
                </a:solidFill>
                <a:latin typeface="Arial"/>
                <a:cs typeface="Arial"/>
              </a:rPr>
              <a:t>á</a:t>
            </a:r>
            <a:r>
              <a:rPr sz="2100" b="1" spc="75" dirty="0" err="1">
                <a:solidFill>
                  <a:srgbClr val="0F1526"/>
                </a:solidFill>
                <a:latin typeface="Arial"/>
                <a:cs typeface="Arial"/>
              </a:rPr>
              <a:t>gos</a:t>
            </a:r>
            <a:r>
              <a:rPr sz="2100" b="1" spc="80" dirty="0">
                <a:solidFill>
                  <a:srgbClr val="0F1526"/>
                </a:solidFill>
                <a:latin typeface="Arial"/>
                <a:cs typeface="Arial"/>
              </a:rPr>
              <a:t> </a:t>
            </a:r>
            <a:r>
              <a:rPr sz="2100" b="1" spc="70" dirty="0">
                <a:solidFill>
                  <a:srgbClr val="0F1526"/>
                </a:solidFill>
                <a:latin typeface="Arial"/>
                <a:cs typeface="Arial"/>
              </a:rPr>
              <a:t>m</a:t>
            </a:r>
            <a:r>
              <a:rPr lang="hu-HU" sz="2100" b="1" spc="70" dirty="0">
                <a:solidFill>
                  <a:srgbClr val="0F1526"/>
                </a:solidFill>
                <a:latin typeface="Arial"/>
                <a:cs typeface="Arial"/>
              </a:rPr>
              <a:t>ó</a:t>
            </a:r>
            <a:r>
              <a:rPr sz="2100" b="1" spc="70" dirty="0">
                <a:solidFill>
                  <a:srgbClr val="0F1526"/>
                </a:solidFill>
                <a:latin typeface="Arial"/>
                <a:cs typeface="Arial"/>
              </a:rPr>
              <a:t>d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35050" y="6477945"/>
            <a:ext cx="3998595" cy="144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indent="-17145" algn="ctr">
              <a:lnSpc>
                <a:spcPct val="121600"/>
              </a:lnSpc>
              <a:spcBef>
                <a:spcPts val="100"/>
              </a:spcBef>
            </a:pPr>
            <a:r>
              <a:rPr sz="2550" spc="-20" dirty="0">
                <a:solidFill>
                  <a:srgbClr val="343D4D"/>
                </a:solidFill>
                <a:latin typeface="Arial"/>
                <a:cs typeface="Arial"/>
              </a:rPr>
              <a:t>T</a:t>
            </a:r>
            <a:r>
              <a:rPr lang="hu-HU" sz="2550" spc="-20" dirty="0" err="1">
                <a:solidFill>
                  <a:srgbClr val="343D4D"/>
                </a:solidFill>
                <a:latin typeface="Arial"/>
                <a:cs typeface="Arial"/>
              </a:rPr>
              <a:t>ém</a:t>
            </a:r>
            <a:r>
              <a:rPr sz="2550" spc="-20" dirty="0">
                <a:solidFill>
                  <a:srgbClr val="343D4D"/>
                </a:solidFill>
                <a:latin typeface="Arial"/>
                <a:cs typeface="Arial"/>
              </a:rPr>
              <a:t>a</a:t>
            </a:r>
            <a:r>
              <a:rPr sz="2550" spc="17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v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lt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ó</a:t>
            </a:r>
            <a:r>
              <a:rPr sz="2550" spc="9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gomb,</a:t>
            </a:r>
            <a:r>
              <a:rPr sz="2550" spc="17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43D4D"/>
                </a:solidFill>
                <a:latin typeface="Arial"/>
                <a:cs typeface="Arial"/>
              </a:rPr>
              <a:t>amely 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automatikusan</a:t>
            </a:r>
            <a:r>
              <a:rPr sz="2550" spc="44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80" dirty="0">
                <a:solidFill>
                  <a:srgbClr val="343D4D"/>
                </a:solidFill>
                <a:latin typeface="Arial"/>
                <a:cs typeface="Arial"/>
              </a:rPr>
              <a:t>menti</a:t>
            </a:r>
            <a:r>
              <a:rPr sz="2550" spc="229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343D4D"/>
                </a:solidFill>
                <a:latin typeface="Arial"/>
                <a:cs typeface="Arial"/>
              </a:rPr>
              <a:t>a 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felhaszn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l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ó</a:t>
            </a:r>
            <a:r>
              <a:rPr sz="2550" spc="36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45" dirty="0" err="1">
                <a:solidFill>
                  <a:srgbClr val="343D4D"/>
                </a:solidFill>
                <a:latin typeface="Arial"/>
                <a:cs typeface="Arial"/>
              </a:rPr>
              <a:t>preferenci</a:t>
            </a:r>
            <a:r>
              <a:rPr lang="hu-HU" sz="2550" spc="45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spc="45" dirty="0">
                <a:solidFill>
                  <a:srgbClr val="343D4D"/>
                </a:solidFill>
                <a:latin typeface="Arial"/>
                <a:cs typeface="Arial"/>
              </a:rPr>
              <a:t>j</a:t>
            </a:r>
            <a:r>
              <a:rPr lang="hu-HU" sz="2550" spc="45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spc="45" dirty="0">
                <a:solidFill>
                  <a:srgbClr val="343D4D"/>
                </a:solidFill>
                <a:latin typeface="Arial"/>
                <a:cs typeface="Arial"/>
              </a:rPr>
              <a:t>t.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9036336" y="5873934"/>
            <a:ext cx="2063750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-10" dirty="0" err="1">
                <a:solidFill>
                  <a:srgbClr val="0F1526"/>
                </a:solidFill>
                <a:latin typeface="Arial"/>
                <a:cs typeface="Arial"/>
              </a:rPr>
              <a:t>Reszponzivit</a:t>
            </a:r>
            <a:r>
              <a:rPr lang="hu-HU" sz="2100" b="1" spc="-10" dirty="0">
                <a:solidFill>
                  <a:srgbClr val="0F1526"/>
                </a:solidFill>
                <a:latin typeface="Arial"/>
                <a:cs typeface="Arial"/>
              </a:rPr>
              <a:t>á</a:t>
            </a:r>
            <a:r>
              <a:rPr sz="2100" b="1" spc="-10" dirty="0">
                <a:solidFill>
                  <a:srgbClr val="0F1526"/>
                </a:solidFill>
                <a:latin typeface="Arial"/>
                <a:cs typeface="Arial"/>
              </a:rPr>
              <a:t>s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7965557" y="6485820"/>
            <a:ext cx="4156075" cy="1435100"/>
          </a:xfrm>
          <a:prstGeom prst="rect">
            <a:avLst/>
          </a:prstGeom>
        </p:spPr>
        <p:txBody>
          <a:bodyPr vert="horz" wrap="square" lIns="0" tIns="5080" rIns="0" bIns="0" rtlCol="0">
            <a:spAutoFit/>
          </a:bodyPr>
          <a:lstStyle/>
          <a:p>
            <a:pPr marL="12700" marR="5080" indent="31750" algn="ctr">
              <a:lnSpc>
                <a:spcPct val="121600"/>
              </a:lnSpc>
              <a:spcBef>
                <a:spcPts val="40"/>
              </a:spcBef>
            </a:pPr>
            <a:r>
              <a:rPr sz="2550" spc="50" dirty="0">
                <a:solidFill>
                  <a:srgbClr val="343D4D"/>
                </a:solidFill>
                <a:latin typeface="Arial"/>
                <a:cs typeface="Arial"/>
              </a:rPr>
              <a:t>Minden</a:t>
            </a:r>
            <a:r>
              <a:rPr sz="2550" spc="6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55" dirty="0" err="1">
                <a:solidFill>
                  <a:srgbClr val="343D4D"/>
                </a:solidFill>
                <a:latin typeface="Arial"/>
                <a:cs typeface="Arial"/>
              </a:rPr>
              <a:t>eszk</a:t>
            </a:r>
            <a:r>
              <a:rPr lang="hu-HU" sz="2550" spc="55" dirty="0">
                <a:solidFill>
                  <a:srgbClr val="343D4D"/>
                </a:solidFill>
                <a:latin typeface="Arial"/>
                <a:cs typeface="Arial"/>
              </a:rPr>
              <a:t>ö</a:t>
            </a:r>
            <a:r>
              <a:rPr sz="2550" spc="55" dirty="0" err="1">
                <a:solidFill>
                  <a:srgbClr val="343D4D"/>
                </a:solidFill>
                <a:latin typeface="Arial"/>
                <a:cs typeface="Arial"/>
              </a:rPr>
              <a:t>zre</a:t>
            </a:r>
            <a:r>
              <a:rPr sz="2550" spc="31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43D4D"/>
                </a:solidFill>
                <a:latin typeface="Arial"/>
                <a:cs typeface="Arial"/>
              </a:rPr>
              <a:t>(mobil, </a:t>
            </a:r>
            <a:r>
              <a:rPr sz="2550" spc="55" dirty="0">
                <a:solidFill>
                  <a:srgbClr val="343D4D"/>
                </a:solidFill>
                <a:latin typeface="Arial"/>
                <a:cs typeface="Arial"/>
              </a:rPr>
              <a:t>tablet,</a:t>
            </a:r>
            <a:r>
              <a:rPr sz="2550" spc="20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desktop)</a:t>
            </a:r>
            <a:r>
              <a:rPr sz="2550" spc="455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optimaliz</a:t>
            </a:r>
            <a:r>
              <a:rPr lang="hu-HU" sz="2550" spc="-1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lt</a:t>
            </a:r>
            <a:r>
              <a:rPr sz="2550" spc="-1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megjelen</a:t>
            </a:r>
            <a:r>
              <a:rPr lang="hu-HU" sz="2550" spc="-10" dirty="0">
                <a:solidFill>
                  <a:srgbClr val="343D4D"/>
                </a:solidFill>
                <a:latin typeface="Arial"/>
                <a:cs typeface="Arial"/>
              </a:rPr>
              <a:t>é</a:t>
            </a:r>
            <a:r>
              <a:rPr sz="2550" spc="-10" dirty="0">
                <a:solidFill>
                  <a:srgbClr val="343D4D"/>
                </a:solidFill>
                <a:latin typeface="Arial"/>
                <a:cs typeface="Arial"/>
              </a:rPr>
              <a:t>s.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5" name="object 15"/>
          <p:cNvSpPr/>
          <p:nvPr/>
        </p:nvSpPr>
        <p:spPr>
          <a:xfrm>
            <a:off x="15930463" y="4705717"/>
            <a:ext cx="495934" cy="532130"/>
          </a:xfrm>
          <a:custGeom>
            <a:avLst/>
            <a:gdLst/>
            <a:ahLst/>
            <a:cxnLst/>
            <a:rect l="l" t="t" r="r" b="b"/>
            <a:pathLst>
              <a:path w="495934" h="532129">
                <a:moveTo>
                  <a:pt x="495522" y="531803"/>
                </a:moveTo>
                <a:lnTo>
                  <a:pt x="0" y="531803"/>
                </a:lnTo>
                <a:lnTo>
                  <a:pt x="0" y="0"/>
                </a:lnTo>
                <a:lnTo>
                  <a:pt x="495522" y="0"/>
                </a:lnTo>
                <a:lnTo>
                  <a:pt x="495522" y="531803"/>
                </a:lnTo>
                <a:close/>
              </a:path>
            </a:pathLst>
          </a:custGeom>
          <a:solidFill>
            <a:srgbClr val="1141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15939194" y="4705567"/>
            <a:ext cx="508634" cy="49339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3050" spc="60" dirty="0">
                <a:solidFill>
                  <a:srgbClr val="F6FBF4"/>
                </a:solidFill>
                <a:latin typeface="Arial"/>
                <a:cs typeface="Arial"/>
              </a:rPr>
              <a:t>•</a:t>
            </a:r>
            <a:r>
              <a:rPr sz="3050" spc="-430" dirty="0">
                <a:solidFill>
                  <a:srgbClr val="F6FBF4"/>
                </a:solidFill>
                <a:latin typeface="Arial"/>
                <a:cs typeface="Arial"/>
              </a:rPr>
              <a:t> </a:t>
            </a:r>
            <a:r>
              <a:rPr sz="3050" spc="20" dirty="0">
                <a:solidFill>
                  <a:srgbClr val="F6FBF4"/>
                </a:solidFill>
                <a:latin typeface="Arial"/>
                <a:cs typeface="Arial"/>
              </a:rPr>
              <a:t>••</a:t>
            </a:r>
            <a:endParaRPr sz="3050" dirty="0">
              <a:latin typeface="Arial"/>
              <a:cs typeface="Arial"/>
            </a:endParaRPr>
          </a:p>
        </p:txBody>
      </p:sp>
      <p:sp>
        <p:nvSpPr>
          <p:cNvPr id="17" name="object 17"/>
          <p:cNvSpPr/>
          <p:nvPr/>
        </p:nvSpPr>
        <p:spPr>
          <a:xfrm>
            <a:off x="15827592" y="4705717"/>
            <a:ext cx="111602" cy="532130"/>
          </a:xfrm>
          <a:custGeom>
            <a:avLst/>
            <a:gdLst/>
            <a:ahLst/>
            <a:cxnLst/>
            <a:rect l="l" t="t" r="r" b="b"/>
            <a:pathLst>
              <a:path w="102869" h="510539">
                <a:moveTo>
                  <a:pt x="102250" y="510316"/>
                </a:moveTo>
                <a:lnTo>
                  <a:pt x="0" y="510316"/>
                </a:lnTo>
                <a:lnTo>
                  <a:pt x="0" y="0"/>
                </a:lnTo>
                <a:lnTo>
                  <a:pt x="102250" y="0"/>
                </a:lnTo>
                <a:lnTo>
                  <a:pt x="102250" y="510316"/>
                </a:lnTo>
                <a:close/>
              </a:path>
            </a:pathLst>
          </a:custGeom>
          <a:solidFill>
            <a:srgbClr val="1141E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 txBox="1"/>
          <p:nvPr/>
        </p:nvSpPr>
        <p:spPr>
          <a:xfrm>
            <a:off x="15797429" y="4715091"/>
            <a:ext cx="163195" cy="4743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950" spc="-50" dirty="0">
                <a:solidFill>
                  <a:srgbClr val="F6FBF4"/>
                </a:solidFill>
                <a:latin typeface="Arial"/>
                <a:cs typeface="Arial"/>
              </a:rPr>
              <a:t>•</a:t>
            </a:r>
            <a:endParaRPr sz="2950" dirty="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5328684" y="5873934"/>
            <a:ext cx="1717039" cy="35179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2100" b="1" spc="-10" dirty="0" err="1">
                <a:solidFill>
                  <a:srgbClr val="0F1526"/>
                </a:solidFill>
                <a:latin typeface="Arial"/>
                <a:cs typeface="Arial"/>
              </a:rPr>
              <a:t>Pszichol</a:t>
            </a:r>
            <a:r>
              <a:rPr lang="hu-HU" sz="2100" b="1" spc="-10" dirty="0">
                <a:solidFill>
                  <a:srgbClr val="0F1526"/>
                </a:solidFill>
                <a:latin typeface="Arial"/>
                <a:cs typeface="Arial"/>
              </a:rPr>
              <a:t>ó</a:t>
            </a:r>
            <a:r>
              <a:rPr sz="2100" b="1" spc="-10" dirty="0" err="1">
                <a:solidFill>
                  <a:srgbClr val="0F1526"/>
                </a:solidFill>
                <a:latin typeface="Arial"/>
                <a:cs typeface="Arial"/>
              </a:rPr>
              <a:t>gia</a:t>
            </a:r>
            <a:endParaRPr sz="2100" dirty="0">
              <a:latin typeface="Arial"/>
              <a:cs typeface="Arial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4076928" y="6477945"/>
            <a:ext cx="4215130" cy="92506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179070">
              <a:lnSpc>
                <a:spcPct val="121600"/>
              </a:lnSpc>
              <a:spcBef>
                <a:spcPts val="100"/>
              </a:spcBef>
              <a:tabLst>
                <a:tab pos="1769110" algn="l"/>
              </a:tabLst>
            </a:pP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Stabilit</a:t>
            </a:r>
            <a:r>
              <a:rPr lang="hu-HU" sz="2550" spc="-1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st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	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sug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rz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ó</a:t>
            </a:r>
            <a:r>
              <a:rPr sz="2550" spc="20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343D4D"/>
                </a:solidFill>
                <a:latin typeface="Arial"/>
                <a:cs typeface="Arial"/>
              </a:rPr>
              <a:t>k</a:t>
            </a:r>
            <a:r>
              <a:rPr lang="hu-HU" sz="2550" spc="65" dirty="0">
                <a:solidFill>
                  <a:srgbClr val="343D4D"/>
                </a:solidFill>
                <a:latin typeface="Arial"/>
                <a:cs typeface="Arial"/>
              </a:rPr>
              <a:t>é</a:t>
            </a:r>
            <a:r>
              <a:rPr sz="2550" spc="65" dirty="0">
                <a:solidFill>
                  <a:srgbClr val="343D4D"/>
                </a:solidFill>
                <a:latin typeface="Arial"/>
                <a:cs typeface="Arial"/>
              </a:rPr>
              <a:t>k</a:t>
            </a:r>
            <a:r>
              <a:rPr sz="2550" spc="19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lang="hu-HU" sz="2550" spc="25" dirty="0">
                <a:solidFill>
                  <a:srgbClr val="343D4D"/>
                </a:solidFill>
                <a:latin typeface="Arial"/>
                <a:cs typeface="Arial"/>
              </a:rPr>
              <a:t>é</a:t>
            </a:r>
            <a:r>
              <a:rPr sz="2550" spc="25" dirty="0">
                <a:solidFill>
                  <a:srgbClr val="343D4D"/>
                </a:solidFill>
                <a:latin typeface="Arial"/>
                <a:cs typeface="Arial"/>
              </a:rPr>
              <a:t>s </a:t>
            </a:r>
            <a:r>
              <a:rPr sz="2550" dirty="0">
                <a:solidFill>
                  <a:srgbClr val="343D4D"/>
                </a:solidFill>
                <a:latin typeface="Arial"/>
                <a:cs typeface="Arial"/>
              </a:rPr>
              <a:t>bar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ts</a:t>
            </a:r>
            <a:r>
              <a:rPr lang="hu-HU" sz="2550" dirty="0">
                <a:solidFill>
                  <a:srgbClr val="343D4D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D"/>
                </a:solidFill>
                <a:latin typeface="Arial"/>
                <a:cs typeface="Arial"/>
              </a:rPr>
              <a:t>gos</a:t>
            </a:r>
            <a:r>
              <a:rPr sz="2550" spc="484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343D4D"/>
                </a:solidFill>
                <a:latin typeface="Arial"/>
                <a:cs typeface="Arial"/>
              </a:rPr>
              <a:t>z</a:t>
            </a:r>
            <a:r>
              <a:rPr lang="hu-HU" sz="2550" spc="50" dirty="0">
                <a:solidFill>
                  <a:srgbClr val="343D4D"/>
                </a:solidFill>
                <a:latin typeface="Arial"/>
                <a:cs typeface="Arial"/>
              </a:rPr>
              <a:t>ö</a:t>
            </a:r>
            <a:r>
              <a:rPr sz="2550" spc="50" dirty="0" err="1">
                <a:solidFill>
                  <a:srgbClr val="343D4D"/>
                </a:solidFill>
                <a:latin typeface="Arial"/>
                <a:cs typeface="Arial"/>
              </a:rPr>
              <a:t>ld</a:t>
            </a:r>
            <a:r>
              <a:rPr sz="2550" spc="130" dirty="0">
                <a:solidFill>
                  <a:srgbClr val="343D4D"/>
                </a:solidFill>
                <a:latin typeface="Arial"/>
                <a:cs typeface="Arial"/>
              </a:rPr>
              <a:t> 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sz</a:t>
            </a:r>
            <a:r>
              <a:rPr lang="hu-HU" sz="2550" spc="-10" dirty="0">
                <a:solidFill>
                  <a:srgbClr val="343D4D"/>
                </a:solidFill>
                <a:latin typeface="Arial"/>
                <a:cs typeface="Arial"/>
              </a:rPr>
              <a:t>í</a:t>
            </a:r>
            <a:r>
              <a:rPr sz="2550" spc="-10" dirty="0" err="1">
                <a:solidFill>
                  <a:srgbClr val="343D4D"/>
                </a:solidFill>
                <a:latin typeface="Arial"/>
                <a:cs typeface="Arial"/>
              </a:rPr>
              <a:t>npaletta</a:t>
            </a:r>
            <a:r>
              <a:rPr sz="2550" spc="-10" dirty="0">
                <a:solidFill>
                  <a:srgbClr val="343D4D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/>
          <p:nvPr/>
        </p:nvSpPr>
        <p:spPr>
          <a:xfrm>
            <a:off x="1132622" y="8095563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2488493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132622" y="5260570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2488493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32622" y="2425577"/>
            <a:ext cx="0" cy="2488565"/>
          </a:xfrm>
          <a:custGeom>
            <a:avLst/>
            <a:gdLst/>
            <a:ahLst/>
            <a:cxnLst/>
            <a:rect l="l" t="t" r="r" b="b"/>
            <a:pathLst>
              <a:path h="2488565">
                <a:moveTo>
                  <a:pt x="0" y="2488493"/>
                </a:moveTo>
                <a:lnTo>
                  <a:pt x="0" y="0"/>
                </a:lnTo>
              </a:path>
            </a:pathLst>
          </a:custGeom>
          <a:ln w="70788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3852891" y="625261"/>
            <a:ext cx="664083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066165" algn="l"/>
                <a:tab pos="3693160" algn="l"/>
                <a:tab pos="5701665" algn="l"/>
                <a:tab pos="6563995" algn="l"/>
              </a:tabLst>
            </a:pPr>
            <a:r>
              <a:rPr sz="1600" spc="-50" dirty="0">
                <a:solidFill>
                  <a:srgbClr val="0E44F6"/>
                </a:solidFill>
                <a:latin typeface="Arial"/>
                <a:cs typeface="Arial"/>
              </a:rPr>
              <a:t>;</a:t>
            </a:r>
            <a:r>
              <a:rPr sz="1600" dirty="0">
                <a:solidFill>
                  <a:srgbClr val="0E44F6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44F6"/>
                </a:solidFill>
                <a:latin typeface="Arial"/>
                <a:cs typeface="Arial"/>
              </a:rPr>
              <a:t>;</a:t>
            </a:r>
            <a:r>
              <a:rPr sz="1600" dirty="0">
                <a:solidFill>
                  <a:srgbClr val="0E44F6"/>
                </a:solidFill>
                <a:latin typeface="Arial"/>
                <a:cs typeface="Arial"/>
              </a:rPr>
              <a:t>	</a:t>
            </a:r>
            <a:r>
              <a:rPr sz="1600" spc="-50" dirty="0">
                <a:solidFill>
                  <a:srgbClr val="0E44F6"/>
                </a:solidFill>
                <a:latin typeface="Arial"/>
                <a:cs typeface="Arial"/>
              </a:rPr>
              <a:t>;</a:t>
            </a:r>
            <a:r>
              <a:rPr sz="1600" dirty="0">
                <a:solidFill>
                  <a:srgbClr val="0E44F6"/>
                </a:solidFill>
                <a:latin typeface="Arial"/>
                <a:cs typeface="Arial"/>
              </a:rPr>
              <a:t>	</a:t>
            </a:r>
            <a:r>
              <a:rPr sz="1700" spc="-50" dirty="0">
                <a:solidFill>
                  <a:srgbClr val="0E44F6"/>
                </a:solidFill>
                <a:latin typeface="Times New Roman"/>
                <a:cs typeface="Times New Roman"/>
              </a:rPr>
              <a:t>;</a:t>
            </a:r>
            <a:r>
              <a:rPr sz="1700" dirty="0">
                <a:solidFill>
                  <a:srgbClr val="0E44F6"/>
                </a:solidFill>
                <a:latin typeface="Times New Roman"/>
                <a:cs typeface="Times New Roman"/>
              </a:rPr>
              <a:t>	</a:t>
            </a:r>
            <a:r>
              <a:rPr sz="1600" spc="-50" dirty="0">
                <a:solidFill>
                  <a:srgbClr val="0E44F6"/>
                </a:solidFill>
                <a:latin typeface="Arial"/>
                <a:cs typeface="Arial"/>
              </a:rPr>
              <a:t>;</a:t>
            </a:r>
            <a:endParaRPr sz="1600">
              <a:latin typeface="Arial"/>
              <a:cs typeface="Arial"/>
            </a:endParaRPr>
          </a:p>
        </p:txBody>
      </p:sp>
      <p:sp>
        <p:nvSpPr>
          <p:cNvPr id="8" name="object 8" descr="$PPTXTitle"/>
          <p:cNvSpPr txBox="1">
            <a:spLocks noGrp="1"/>
          </p:cNvSpPr>
          <p:nvPr>
            <p:ph type="title"/>
          </p:nvPr>
        </p:nvSpPr>
        <p:spPr>
          <a:xfrm>
            <a:off x="908050" y="915456"/>
            <a:ext cx="10263505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1908175" algn="l"/>
                <a:tab pos="8914130" algn="l"/>
              </a:tabLst>
            </a:pPr>
            <a:r>
              <a:rPr spc="160" dirty="0"/>
              <a:t>BI</a:t>
            </a:r>
            <a:r>
              <a:rPr lang="hu-HU" spc="160" dirty="0"/>
              <a:t>ZTO</a:t>
            </a:r>
            <a:r>
              <a:rPr spc="285" dirty="0"/>
              <a:t>NS</a:t>
            </a:r>
            <a:r>
              <a:rPr lang="hu-HU" spc="285" dirty="0"/>
              <a:t>Á</a:t>
            </a:r>
            <a:r>
              <a:rPr spc="285" dirty="0"/>
              <a:t>G</a:t>
            </a:r>
            <a:r>
              <a:rPr spc="-345" dirty="0"/>
              <a:t> </a:t>
            </a:r>
            <a:r>
              <a:rPr lang="hu-HU" spc="55" dirty="0"/>
              <a:t>É</a:t>
            </a:r>
            <a:r>
              <a:rPr spc="55" dirty="0"/>
              <a:t>S</a:t>
            </a:r>
            <a:r>
              <a:rPr spc="-415" dirty="0"/>
              <a:t> </a:t>
            </a:r>
            <a:r>
              <a:rPr spc="305" dirty="0"/>
              <a:t>MEGB</a:t>
            </a:r>
            <a:r>
              <a:rPr lang="hu-HU" spc="305" dirty="0"/>
              <a:t>Í</a:t>
            </a:r>
            <a:r>
              <a:rPr spc="305" dirty="0"/>
              <a:t>ZHAT</a:t>
            </a:r>
            <a:r>
              <a:rPr lang="hu-HU" spc="305" dirty="0"/>
              <a:t>Ó</a:t>
            </a:r>
            <a:r>
              <a:rPr spc="254" dirty="0"/>
              <a:t>S</a:t>
            </a:r>
            <a:r>
              <a:rPr lang="hu-HU" spc="254" dirty="0"/>
              <a:t>Á</a:t>
            </a:r>
            <a:r>
              <a:rPr spc="254" dirty="0"/>
              <a:t>G</a:t>
            </a:r>
          </a:p>
        </p:txBody>
      </p:sp>
      <p:sp>
        <p:nvSpPr>
          <p:cNvPr id="9" name="object 9"/>
          <p:cNvSpPr txBox="1"/>
          <p:nvPr/>
        </p:nvSpPr>
        <p:spPr>
          <a:xfrm>
            <a:off x="1636308" y="2885376"/>
            <a:ext cx="12090400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90"/>
              </a:spcBef>
            </a:pPr>
            <a:r>
              <a:rPr sz="2800" b="1" dirty="0">
                <a:solidFill>
                  <a:srgbClr val="1D2638"/>
                </a:solidFill>
                <a:latin typeface="Arial"/>
                <a:cs typeface="Arial"/>
              </a:rPr>
              <a:t>V</a:t>
            </a:r>
            <a:r>
              <a:rPr lang="hu-HU" sz="2800" b="1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800" b="1" dirty="0" err="1">
                <a:solidFill>
                  <a:srgbClr val="1D2638"/>
                </a:solidFill>
                <a:latin typeface="Arial"/>
                <a:cs typeface="Arial"/>
              </a:rPr>
              <a:t>delem</a:t>
            </a:r>
            <a:r>
              <a:rPr sz="2800" b="1" spc="-160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800" b="1" dirty="0">
                <a:solidFill>
                  <a:srgbClr val="1D2638"/>
                </a:solidFill>
                <a:latin typeface="Arial"/>
                <a:cs typeface="Arial"/>
              </a:rPr>
              <a:t>a</a:t>
            </a:r>
            <a:r>
              <a:rPr sz="2800" b="1" spc="90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800" b="1" spc="60" dirty="0">
                <a:solidFill>
                  <a:srgbClr val="1D2638"/>
                </a:solidFill>
                <a:latin typeface="Arial"/>
                <a:cs typeface="Arial"/>
              </a:rPr>
              <a:t>t</a:t>
            </a:r>
            <a:r>
              <a:rPr lang="hu-HU" sz="2800" b="1" spc="60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800" b="1" spc="60" dirty="0">
                <a:solidFill>
                  <a:srgbClr val="1D2638"/>
                </a:solidFill>
                <a:latin typeface="Arial"/>
                <a:cs typeface="Arial"/>
              </a:rPr>
              <a:t>mad</a:t>
            </a:r>
            <a:r>
              <a:rPr lang="hu-HU" sz="2800" b="1" spc="60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800" b="1" spc="60" dirty="0" err="1">
                <a:solidFill>
                  <a:srgbClr val="1D2638"/>
                </a:solidFill>
                <a:latin typeface="Arial"/>
                <a:cs typeface="Arial"/>
              </a:rPr>
              <a:t>sok</a:t>
            </a:r>
            <a:r>
              <a:rPr sz="2800" b="1" spc="30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800" b="1" spc="-10" dirty="0">
                <a:solidFill>
                  <a:srgbClr val="1D2638"/>
                </a:solidFill>
                <a:latin typeface="Arial"/>
                <a:cs typeface="Arial"/>
              </a:rPr>
              <a:t>ellen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840"/>
              </a:spcBef>
            </a:pPr>
            <a:r>
              <a:rPr sz="2350" b="1" dirty="0">
                <a:solidFill>
                  <a:srgbClr val="333F4F"/>
                </a:solidFill>
                <a:latin typeface="Arial"/>
                <a:cs typeface="Arial"/>
              </a:rPr>
              <a:t>SQL</a:t>
            </a:r>
            <a:r>
              <a:rPr sz="2350" b="1" spc="-4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350" b="1" spc="50" dirty="0">
                <a:solidFill>
                  <a:srgbClr val="333F4F"/>
                </a:solidFill>
                <a:latin typeface="Arial"/>
                <a:cs typeface="Arial"/>
              </a:rPr>
              <a:t>Injection:</a:t>
            </a:r>
            <a:r>
              <a:rPr sz="2350" b="1" spc="26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-50" dirty="0">
                <a:solidFill>
                  <a:srgbClr val="333F4F"/>
                </a:solidFill>
                <a:latin typeface="Arial"/>
                <a:cs typeface="Arial"/>
              </a:rPr>
              <a:t>PDO</a:t>
            </a:r>
            <a:r>
              <a:rPr sz="2550" spc="24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-40" dirty="0">
                <a:solidFill>
                  <a:srgbClr val="333F4F"/>
                </a:solidFill>
                <a:latin typeface="Arial"/>
                <a:cs typeface="Arial"/>
              </a:rPr>
              <a:t>(PHP</a:t>
            </a:r>
            <a:r>
              <a:rPr sz="2550" spc="19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Data</a:t>
            </a:r>
            <a:r>
              <a:rPr sz="2550" spc="13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Objects)</a:t>
            </a:r>
            <a:r>
              <a:rPr sz="2550" spc="27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haszn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lata</a:t>
            </a:r>
            <a:r>
              <a:rPr sz="2550" spc="17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el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ő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kesz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í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tett</a:t>
            </a:r>
            <a:r>
              <a:rPr sz="2550" spc="33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55" dirty="0" err="1">
                <a:solidFill>
                  <a:srgbClr val="333F4F"/>
                </a:solidFill>
                <a:latin typeface="Arial"/>
                <a:cs typeface="Arial"/>
              </a:rPr>
              <a:t>lek</a:t>
            </a:r>
            <a:r>
              <a:rPr lang="hu-HU" sz="2550" spc="55" dirty="0">
                <a:solidFill>
                  <a:srgbClr val="333F4F"/>
                </a:solidFill>
                <a:latin typeface="Arial"/>
                <a:cs typeface="Arial"/>
              </a:rPr>
              <a:t>é</a:t>
            </a:r>
            <a:r>
              <a:rPr sz="2550" spc="55" dirty="0" err="1">
                <a:solidFill>
                  <a:srgbClr val="333F4F"/>
                </a:solidFill>
                <a:latin typeface="Arial"/>
                <a:cs typeface="Arial"/>
              </a:rPr>
              <a:t>rdez</a:t>
            </a:r>
            <a:r>
              <a:rPr lang="hu-HU" sz="2550" spc="55" dirty="0">
                <a:solidFill>
                  <a:srgbClr val="333F4F"/>
                </a:solidFill>
                <a:latin typeface="Arial"/>
                <a:cs typeface="Arial"/>
              </a:rPr>
              <a:t>é</a:t>
            </a:r>
            <a:r>
              <a:rPr sz="2550" spc="55" dirty="0" err="1">
                <a:solidFill>
                  <a:srgbClr val="333F4F"/>
                </a:solidFill>
                <a:latin typeface="Arial"/>
                <a:cs typeface="Arial"/>
              </a:rPr>
              <a:t>sekkel</a:t>
            </a:r>
            <a:r>
              <a:rPr sz="2550" spc="55" dirty="0">
                <a:solidFill>
                  <a:srgbClr val="333F4F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628934" y="5728246"/>
            <a:ext cx="13178790" cy="1200785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800" b="1" spc="65" dirty="0" err="1">
                <a:solidFill>
                  <a:srgbClr val="1D2638"/>
                </a:solidFill>
                <a:latin typeface="Arial"/>
                <a:cs typeface="Arial"/>
              </a:rPr>
              <a:t>Hozz</a:t>
            </a:r>
            <a:r>
              <a:rPr lang="hu-HU" sz="2800" b="1" spc="65" dirty="0">
                <a:solidFill>
                  <a:srgbClr val="1D2638"/>
                </a:solidFill>
                <a:latin typeface="Arial"/>
                <a:cs typeface="Arial"/>
              </a:rPr>
              <a:t>á</a:t>
            </a:r>
            <a:r>
              <a:rPr sz="2800" b="1" spc="65" dirty="0">
                <a:solidFill>
                  <a:srgbClr val="1D2638"/>
                </a:solidFill>
                <a:latin typeface="Arial"/>
                <a:cs typeface="Arial"/>
              </a:rPr>
              <a:t>f</a:t>
            </a:r>
            <a:r>
              <a:rPr lang="hu-HU" sz="2800" b="1" spc="65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800" b="1" spc="65" dirty="0">
                <a:solidFill>
                  <a:srgbClr val="1D2638"/>
                </a:solidFill>
                <a:latin typeface="Arial"/>
                <a:cs typeface="Arial"/>
              </a:rPr>
              <a:t>r</a:t>
            </a:r>
            <a:r>
              <a:rPr lang="hu-HU" sz="2800" b="1" spc="65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800" b="1" spc="65" dirty="0">
                <a:solidFill>
                  <a:srgbClr val="1D2638"/>
                </a:solidFill>
                <a:latin typeface="Arial"/>
                <a:cs typeface="Arial"/>
              </a:rPr>
              <a:t>s</a:t>
            </a:r>
            <a:r>
              <a:rPr sz="2800" b="1" spc="-85" dirty="0">
                <a:solidFill>
                  <a:srgbClr val="1D2638"/>
                </a:solidFill>
                <a:latin typeface="Arial"/>
                <a:cs typeface="Arial"/>
              </a:rPr>
              <a:t> </a:t>
            </a:r>
            <a:r>
              <a:rPr sz="2800" b="1" spc="-10" dirty="0" err="1">
                <a:solidFill>
                  <a:srgbClr val="1D2638"/>
                </a:solidFill>
                <a:latin typeface="Arial"/>
                <a:cs typeface="Arial"/>
              </a:rPr>
              <a:t>kezel</a:t>
            </a:r>
            <a:r>
              <a:rPr lang="hu-HU" sz="2800" b="1" spc="-10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800" b="1" spc="-10" dirty="0">
                <a:solidFill>
                  <a:srgbClr val="1D2638"/>
                </a:solidFill>
                <a:latin typeface="Arial"/>
                <a:cs typeface="Arial"/>
              </a:rPr>
              <a:t>s</a:t>
            </a:r>
            <a:endParaRPr sz="2800" dirty="0">
              <a:latin typeface="Arial"/>
              <a:cs typeface="Arial"/>
            </a:endParaRPr>
          </a:p>
          <a:p>
            <a:pPr marL="19685">
              <a:lnSpc>
                <a:spcPct val="100000"/>
              </a:lnSpc>
              <a:spcBef>
                <a:spcPts val="2840"/>
              </a:spcBef>
            </a:pPr>
            <a:r>
              <a:rPr sz="2350" b="1" spc="80" dirty="0">
                <a:solidFill>
                  <a:srgbClr val="333F4F"/>
                </a:solidFill>
                <a:latin typeface="Arial"/>
                <a:cs typeface="Arial"/>
              </a:rPr>
              <a:t>Session-</a:t>
            </a:r>
            <a:r>
              <a:rPr sz="2350" b="1" spc="80" dirty="0" err="1">
                <a:solidFill>
                  <a:srgbClr val="333F4F"/>
                </a:solidFill>
                <a:latin typeface="Arial"/>
                <a:cs typeface="Arial"/>
              </a:rPr>
              <a:t>alap</a:t>
            </a:r>
            <a:r>
              <a:rPr lang="hu-HU" sz="2350" b="1" spc="80" dirty="0">
                <a:solidFill>
                  <a:srgbClr val="333F4F"/>
                </a:solidFill>
                <a:latin typeface="Arial"/>
                <a:cs typeface="Arial"/>
              </a:rPr>
              <a:t>ú</a:t>
            </a:r>
            <a:r>
              <a:rPr sz="2350" b="1" spc="17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350" b="1" spc="85" dirty="0" err="1">
                <a:solidFill>
                  <a:srgbClr val="333F4F"/>
                </a:solidFill>
                <a:latin typeface="Arial"/>
                <a:cs typeface="Arial"/>
              </a:rPr>
              <a:t>autentik</a:t>
            </a:r>
            <a:r>
              <a:rPr lang="hu-HU" sz="2350" b="1" spc="85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350" b="1" spc="85" dirty="0">
                <a:solidFill>
                  <a:srgbClr val="333F4F"/>
                </a:solidFill>
                <a:latin typeface="Arial"/>
                <a:cs typeface="Arial"/>
              </a:rPr>
              <a:t>ci</a:t>
            </a:r>
            <a:r>
              <a:rPr lang="hu-HU" sz="2350" b="1" spc="85" dirty="0">
                <a:solidFill>
                  <a:srgbClr val="333F4F"/>
                </a:solidFill>
                <a:latin typeface="Arial"/>
                <a:cs typeface="Arial"/>
              </a:rPr>
              <a:t>ó</a:t>
            </a:r>
            <a:r>
              <a:rPr sz="2350" b="1" spc="85" dirty="0">
                <a:solidFill>
                  <a:srgbClr val="333F4F"/>
                </a:solidFill>
                <a:latin typeface="Arial"/>
                <a:cs typeface="Arial"/>
              </a:rPr>
              <a:t>:</a:t>
            </a:r>
            <a:r>
              <a:rPr sz="2350" b="1" spc="38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Biztons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gos</a:t>
            </a:r>
            <a:r>
              <a:rPr sz="2550" spc="38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admin</a:t>
            </a:r>
            <a:r>
              <a:rPr sz="2550" spc="19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panel,</a:t>
            </a:r>
            <a:r>
              <a:rPr sz="2550" spc="33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jelsz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ó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-</a:t>
            </a:r>
            <a:r>
              <a:rPr sz="2550" spc="50" dirty="0">
                <a:solidFill>
                  <a:srgbClr val="333F4F"/>
                </a:solidFill>
                <a:latin typeface="Arial"/>
                <a:cs typeface="Arial"/>
              </a:rPr>
              <a:t>hash</a:t>
            </a:r>
            <a:r>
              <a:rPr sz="2550" spc="35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alap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ú</a:t>
            </a:r>
            <a:r>
              <a:rPr sz="2550" spc="17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55" dirty="0" err="1">
                <a:solidFill>
                  <a:srgbClr val="333F4F"/>
                </a:solidFill>
                <a:latin typeface="Arial"/>
                <a:cs typeface="Arial"/>
              </a:rPr>
              <a:t>hiteles</a:t>
            </a:r>
            <a:r>
              <a:rPr lang="hu-HU" sz="2550" spc="55" dirty="0">
                <a:solidFill>
                  <a:srgbClr val="333F4F"/>
                </a:solidFill>
                <a:latin typeface="Arial"/>
                <a:cs typeface="Arial"/>
              </a:rPr>
              <a:t>í</a:t>
            </a:r>
            <a:r>
              <a:rPr sz="2550" spc="55" dirty="0">
                <a:solidFill>
                  <a:srgbClr val="333F4F"/>
                </a:solidFill>
                <a:latin typeface="Arial"/>
                <a:cs typeface="Arial"/>
              </a:rPr>
              <a:t>t</a:t>
            </a:r>
            <a:r>
              <a:rPr lang="hu-HU" sz="2550" spc="55" dirty="0">
                <a:solidFill>
                  <a:srgbClr val="333F4F"/>
                </a:solidFill>
                <a:latin typeface="Arial"/>
                <a:cs typeface="Arial"/>
              </a:rPr>
              <a:t>é</a:t>
            </a:r>
            <a:r>
              <a:rPr sz="2550" spc="55" dirty="0" err="1">
                <a:solidFill>
                  <a:srgbClr val="333F4F"/>
                </a:solidFill>
                <a:latin typeface="Arial"/>
                <a:cs typeface="Arial"/>
              </a:rPr>
              <a:t>ssel</a:t>
            </a:r>
            <a:r>
              <a:rPr sz="2550" spc="55" dirty="0">
                <a:solidFill>
                  <a:srgbClr val="333F4F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632666" y="8563238"/>
            <a:ext cx="12153900" cy="119253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6510">
              <a:lnSpc>
                <a:spcPct val="100000"/>
              </a:lnSpc>
              <a:spcBef>
                <a:spcPts val="90"/>
              </a:spcBef>
            </a:pPr>
            <a:r>
              <a:rPr sz="2800" b="1" spc="-10" dirty="0" err="1">
                <a:solidFill>
                  <a:srgbClr val="1D2638"/>
                </a:solidFill>
                <a:latin typeface="Arial"/>
                <a:cs typeface="Arial"/>
              </a:rPr>
              <a:t>Hibaellen</a:t>
            </a:r>
            <a:r>
              <a:rPr lang="hu-HU" sz="2800" b="1" spc="-10" dirty="0">
                <a:solidFill>
                  <a:srgbClr val="1D2638"/>
                </a:solidFill>
                <a:latin typeface="Arial"/>
                <a:cs typeface="Arial"/>
              </a:rPr>
              <a:t>ő</a:t>
            </a:r>
            <a:r>
              <a:rPr sz="2800" b="1" spc="-10" dirty="0" err="1">
                <a:solidFill>
                  <a:srgbClr val="1D2638"/>
                </a:solidFill>
                <a:latin typeface="Arial"/>
                <a:cs typeface="Arial"/>
              </a:rPr>
              <a:t>rz</a:t>
            </a:r>
            <a:r>
              <a:rPr lang="hu-HU" sz="2800" b="1" spc="-10" dirty="0">
                <a:solidFill>
                  <a:srgbClr val="1D2638"/>
                </a:solidFill>
                <a:latin typeface="Arial"/>
                <a:cs typeface="Arial"/>
              </a:rPr>
              <a:t>é</a:t>
            </a:r>
            <a:r>
              <a:rPr sz="2800" b="1" spc="-10" dirty="0">
                <a:solidFill>
                  <a:srgbClr val="1D2638"/>
                </a:solidFill>
                <a:latin typeface="Arial"/>
                <a:cs typeface="Arial"/>
              </a:rPr>
              <a:t>s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780"/>
              </a:spcBef>
            </a:pPr>
            <a:r>
              <a:rPr sz="2350" b="1" spc="95" dirty="0">
                <a:solidFill>
                  <a:srgbClr val="333F4F"/>
                </a:solidFill>
                <a:latin typeface="Arial"/>
                <a:cs typeface="Arial"/>
              </a:rPr>
              <a:t>Debug</a:t>
            </a:r>
            <a:r>
              <a:rPr sz="2350" b="1" spc="17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350" b="1" spc="80" dirty="0">
                <a:solidFill>
                  <a:srgbClr val="333F4F"/>
                </a:solidFill>
                <a:latin typeface="Arial"/>
                <a:cs typeface="Arial"/>
              </a:rPr>
              <a:t>logok:</a:t>
            </a:r>
            <a:r>
              <a:rPr sz="2350" b="1" spc="33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Az</a:t>
            </a:r>
            <a:r>
              <a:rPr sz="2550" spc="204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import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l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si</a:t>
            </a:r>
            <a:r>
              <a:rPr sz="2550" spc="35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folyamatok</a:t>
            </a:r>
            <a:r>
              <a:rPr sz="2550" spc="44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65" dirty="0">
                <a:solidFill>
                  <a:srgbClr val="333F4F"/>
                </a:solidFill>
                <a:latin typeface="Arial"/>
                <a:cs typeface="Arial"/>
              </a:rPr>
              <a:t>r</a:t>
            </a:r>
            <a:r>
              <a:rPr lang="hu-HU" sz="2550" spc="65" dirty="0">
                <a:solidFill>
                  <a:srgbClr val="333F4F"/>
                </a:solidFill>
                <a:latin typeface="Arial"/>
                <a:cs typeface="Arial"/>
              </a:rPr>
              <a:t>é</a:t>
            </a:r>
            <a:r>
              <a:rPr sz="2550" spc="65" dirty="0" err="1">
                <a:solidFill>
                  <a:srgbClr val="333F4F"/>
                </a:solidFill>
                <a:latin typeface="Arial"/>
                <a:cs typeface="Arial"/>
              </a:rPr>
              <a:t>szletes</a:t>
            </a:r>
            <a:r>
              <a:rPr sz="2550" spc="350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napl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ó</a:t>
            </a:r>
            <a:r>
              <a:rPr sz="2550" dirty="0">
                <a:solidFill>
                  <a:srgbClr val="333F4F"/>
                </a:solidFill>
                <a:latin typeface="Arial"/>
                <a:cs typeface="Arial"/>
              </a:rPr>
              <a:t>z</a:t>
            </a:r>
            <a:r>
              <a:rPr lang="hu-HU" sz="2550" dirty="0">
                <a:solidFill>
                  <a:srgbClr val="333F4F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33F4F"/>
                </a:solidFill>
                <a:latin typeface="Arial"/>
                <a:cs typeface="Arial"/>
              </a:rPr>
              <a:t>sa</a:t>
            </a:r>
            <a:r>
              <a:rPr sz="2550" spc="445" dirty="0">
                <a:solidFill>
                  <a:srgbClr val="333F4F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33F4F"/>
                </a:solidFill>
                <a:latin typeface="Arial"/>
                <a:cs typeface="Arial"/>
              </a:rPr>
              <a:t>(import_debug.log).</a:t>
            </a:r>
            <a:endParaRPr sz="2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14664" y="3874576"/>
            <a:ext cx="1274200" cy="381148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02368" y="4709324"/>
            <a:ext cx="1274200" cy="2976741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5490073" y="4079326"/>
            <a:ext cx="1274200" cy="3606740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7393509" y="3449329"/>
            <a:ext cx="1258469" cy="4236738"/>
          </a:xfrm>
          <a:prstGeom prst="rect">
            <a:avLst/>
          </a:prstGeom>
        </p:spPr>
      </p:pic>
      <p:sp>
        <p:nvSpPr>
          <p:cNvPr id="9" name="object 9"/>
          <p:cNvSpPr txBox="1"/>
          <p:nvPr/>
        </p:nvSpPr>
        <p:spPr>
          <a:xfrm>
            <a:off x="803773" y="1056981"/>
            <a:ext cx="9372600" cy="938076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552450">
              <a:lnSpc>
                <a:spcPts val="2115"/>
              </a:lnSpc>
              <a:spcBef>
                <a:spcPts val="114"/>
              </a:spcBef>
              <a:tabLst>
                <a:tab pos="4639945" algn="l"/>
              </a:tabLst>
            </a:pPr>
            <a:endParaRPr sz="1650" dirty="0">
              <a:latin typeface="Arial"/>
              <a:cs typeface="Arial"/>
            </a:endParaRPr>
          </a:p>
          <a:p>
            <a:pPr marL="12700">
              <a:lnSpc>
                <a:spcPts val="5055"/>
              </a:lnSpc>
              <a:tabLst>
                <a:tab pos="3298825" algn="l"/>
              </a:tabLst>
            </a:pPr>
            <a:r>
              <a:rPr lang="hu-HU" sz="4450" b="1" spc="265" dirty="0">
                <a:solidFill>
                  <a:srgbClr val="0F42F2"/>
                </a:solidFill>
                <a:latin typeface="Arial"/>
                <a:cs typeface="Arial"/>
              </a:rPr>
              <a:t>MÉ</a:t>
            </a:r>
            <a:r>
              <a:rPr sz="4450" b="1" spc="265" dirty="0">
                <a:solidFill>
                  <a:srgbClr val="0F42F2"/>
                </a:solidFill>
                <a:latin typeface="Arial"/>
                <a:cs typeface="Arial"/>
              </a:rPr>
              <a:t>RHET</a:t>
            </a:r>
            <a:r>
              <a:rPr lang="hu-HU" sz="4450" b="1" spc="265" dirty="0">
                <a:solidFill>
                  <a:srgbClr val="0F42F2"/>
                </a:solidFill>
                <a:latin typeface="Arial"/>
                <a:cs typeface="Arial"/>
              </a:rPr>
              <a:t>Ő HATÉKONYSÁG</a:t>
            </a:r>
            <a:endParaRPr sz="445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2063586" y="3397253"/>
            <a:ext cx="57467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00" dirty="0">
                <a:solidFill>
                  <a:srgbClr val="0F42F2"/>
                </a:solidFill>
                <a:latin typeface="Arial"/>
                <a:cs typeface="Arial"/>
              </a:rPr>
              <a:t>95%</a:t>
            </a:r>
            <a:endParaRPr sz="195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3948773" y="4232000"/>
            <a:ext cx="58483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25" dirty="0">
                <a:solidFill>
                  <a:srgbClr val="0F42F2"/>
                </a:solidFill>
                <a:latin typeface="Arial"/>
                <a:cs typeface="Arial"/>
              </a:rPr>
              <a:t>70%</a:t>
            </a:r>
            <a:endParaRPr sz="195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836729" y="3602002"/>
            <a:ext cx="58483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25" dirty="0">
                <a:solidFill>
                  <a:srgbClr val="0F42F2"/>
                </a:solidFill>
                <a:latin typeface="Arial"/>
                <a:cs typeface="Arial"/>
              </a:rPr>
              <a:t>85%</a:t>
            </a:r>
            <a:endParaRPr sz="195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3597125" y="7763928"/>
            <a:ext cx="3303904" cy="56261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 marR="5080" indent="2186940">
              <a:lnSpc>
                <a:spcPct val="100000"/>
              </a:lnSpc>
              <a:spcBef>
                <a:spcPts val="114"/>
              </a:spcBef>
            </a:pPr>
            <a:r>
              <a:rPr sz="1750" b="1" spc="-10" dirty="0" err="1">
                <a:solidFill>
                  <a:srgbClr val="08050C"/>
                </a:solidFill>
                <a:latin typeface="Arial"/>
                <a:cs typeface="Arial"/>
              </a:rPr>
              <a:t>Sz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ü</a:t>
            </a: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l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ő</a:t>
            </a:r>
            <a:r>
              <a:rPr sz="1750" b="1" spc="-10" dirty="0" err="1">
                <a:solidFill>
                  <a:srgbClr val="08050C"/>
                </a:solidFill>
                <a:latin typeface="Arial"/>
                <a:cs typeface="Arial"/>
              </a:rPr>
              <a:t>i</a:t>
            </a: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 </a:t>
            </a:r>
            <a:r>
              <a:rPr sz="1750" b="1" dirty="0" err="1">
                <a:solidFill>
                  <a:srgbClr val="08050C"/>
                </a:solidFill>
                <a:latin typeface="Arial"/>
                <a:cs typeface="Arial"/>
              </a:rPr>
              <a:t>ld</a:t>
            </a:r>
            <a:r>
              <a:rPr lang="hu-HU" sz="1750" b="1" dirty="0">
                <a:solidFill>
                  <a:srgbClr val="08050C"/>
                </a:solidFill>
                <a:latin typeface="Arial"/>
                <a:cs typeface="Arial"/>
              </a:rPr>
              <a:t>ő</a:t>
            </a:r>
            <a:r>
              <a:rPr sz="1750" b="1" dirty="0" err="1">
                <a:solidFill>
                  <a:srgbClr val="08050C"/>
                </a:solidFill>
                <a:latin typeface="Arial"/>
                <a:cs typeface="Arial"/>
              </a:rPr>
              <a:t>megtakar</a:t>
            </a:r>
            <a:r>
              <a:rPr lang="hu-HU" sz="1750" b="1" dirty="0">
                <a:solidFill>
                  <a:srgbClr val="08050C"/>
                </a:solidFill>
                <a:latin typeface="Arial"/>
                <a:cs typeface="Arial"/>
              </a:rPr>
              <a:t>í</a:t>
            </a:r>
            <a:r>
              <a:rPr sz="1750" b="1" dirty="0">
                <a:solidFill>
                  <a:srgbClr val="08050C"/>
                </a:solidFill>
                <a:latin typeface="Arial"/>
                <a:cs typeface="Arial"/>
              </a:rPr>
              <a:t>t</a:t>
            </a:r>
            <a:r>
              <a:rPr lang="hu-HU" sz="1750" b="1" dirty="0">
                <a:solidFill>
                  <a:srgbClr val="08050C"/>
                </a:solidFill>
                <a:latin typeface="Arial"/>
                <a:cs typeface="Arial"/>
              </a:rPr>
              <a:t>á</a:t>
            </a:r>
            <a:r>
              <a:rPr sz="1750" b="1" dirty="0">
                <a:solidFill>
                  <a:srgbClr val="08050C"/>
                </a:solidFill>
                <a:latin typeface="Arial"/>
                <a:cs typeface="Arial"/>
              </a:rPr>
              <a:t>s</a:t>
            </a:r>
            <a:r>
              <a:rPr sz="1750" b="1" spc="175" dirty="0">
                <a:solidFill>
                  <a:srgbClr val="08050C"/>
                </a:solidFill>
                <a:latin typeface="Arial"/>
                <a:cs typeface="Arial"/>
              </a:rPr>
              <a:t>  </a:t>
            </a: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el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é</a:t>
            </a:r>
            <a:r>
              <a:rPr sz="1750" b="1" spc="-10" dirty="0" err="1">
                <a:solidFill>
                  <a:srgbClr val="08050C"/>
                </a:solidFill>
                <a:latin typeface="Arial"/>
                <a:cs typeface="Arial"/>
              </a:rPr>
              <a:t>gedetts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é</a:t>
            </a: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g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88460" y="8031677"/>
            <a:ext cx="2299970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513080" algn="l"/>
                <a:tab pos="641350" algn="l"/>
              </a:tabLst>
            </a:pPr>
            <a:r>
              <a:rPr sz="1750" b="1" u="heavy" dirty="0">
                <a:solidFill>
                  <a:srgbClr val="08050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750" b="1" u="none" dirty="0">
                <a:solidFill>
                  <a:srgbClr val="08050C"/>
                </a:solidFill>
                <a:latin typeface="Arial"/>
                <a:cs typeface="Arial"/>
              </a:rPr>
              <a:t>	</a:t>
            </a:r>
            <a:r>
              <a:rPr sz="1750" b="1" u="none" spc="-10" dirty="0" err="1">
                <a:solidFill>
                  <a:srgbClr val="08050C"/>
                </a:solidFill>
                <a:latin typeface="Arial"/>
                <a:cs typeface="Arial"/>
              </a:rPr>
              <a:t>Adatpontoss</a:t>
            </a:r>
            <a:r>
              <a:rPr lang="hu-HU" sz="1750" b="1" u="none" spc="-10" dirty="0">
                <a:solidFill>
                  <a:srgbClr val="08050C"/>
                </a:solidFill>
                <a:latin typeface="Arial"/>
                <a:cs typeface="Arial"/>
              </a:rPr>
              <a:t>á</a:t>
            </a:r>
            <a:r>
              <a:rPr sz="1750" b="1" u="none" spc="-10" dirty="0">
                <a:solidFill>
                  <a:srgbClr val="08050C"/>
                </a:solidFill>
                <a:latin typeface="Arial"/>
                <a:cs typeface="Arial"/>
              </a:rPr>
              <a:t>g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7644079" y="2972005"/>
            <a:ext cx="739775" cy="3282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1950" b="1" spc="125" dirty="0">
                <a:solidFill>
                  <a:srgbClr val="0F42F2"/>
                </a:solidFill>
                <a:latin typeface="Arial"/>
                <a:cs typeface="Arial"/>
              </a:rPr>
              <a:t>100%</a:t>
            </a:r>
            <a:endParaRPr sz="1950">
              <a:latin typeface="Arial"/>
              <a:cs typeface="Arial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7372309" y="8031677"/>
            <a:ext cx="11735435" cy="29527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1986914" algn="l"/>
                <a:tab pos="11721465" algn="l"/>
              </a:tabLst>
            </a:pP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Pap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í</a:t>
            </a:r>
            <a:r>
              <a:rPr sz="1750" b="1" spc="-10" dirty="0" err="1">
                <a:solidFill>
                  <a:srgbClr val="08050C"/>
                </a:solidFill>
                <a:latin typeface="Arial"/>
                <a:cs typeface="Arial"/>
              </a:rPr>
              <a:t>rmentess</a:t>
            </a:r>
            <a:r>
              <a:rPr lang="hu-HU" sz="1750" b="1" spc="-10" dirty="0">
                <a:solidFill>
                  <a:srgbClr val="08050C"/>
                </a:solidFill>
                <a:latin typeface="Arial"/>
                <a:cs typeface="Arial"/>
              </a:rPr>
              <a:t>é</a:t>
            </a:r>
            <a:r>
              <a:rPr sz="1750" b="1" spc="-10" dirty="0">
                <a:solidFill>
                  <a:srgbClr val="08050C"/>
                </a:solidFill>
                <a:latin typeface="Arial"/>
                <a:cs typeface="Arial"/>
              </a:rPr>
              <a:t>g</a:t>
            </a:r>
            <a:r>
              <a:rPr sz="1750" b="1" dirty="0">
                <a:solidFill>
                  <a:srgbClr val="08050C"/>
                </a:solidFill>
                <a:latin typeface="Arial"/>
                <a:cs typeface="Arial"/>
              </a:rPr>
              <a:t>	</a:t>
            </a:r>
            <a:r>
              <a:rPr sz="1750" b="1" u="heavy" dirty="0">
                <a:solidFill>
                  <a:srgbClr val="08050C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1750" dirty="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3391823" y="9303486"/>
            <a:ext cx="13370560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i="1" dirty="0">
                <a:solidFill>
                  <a:srgbClr val="677282"/>
                </a:solidFill>
                <a:latin typeface="Arial"/>
                <a:cs typeface="Arial"/>
              </a:rPr>
              <a:t>A</a:t>
            </a:r>
            <a:r>
              <a:rPr sz="2550" i="1" spc="14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-125" dirty="0">
                <a:solidFill>
                  <a:srgbClr val="677282"/>
                </a:solidFill>
                <a:latin typeface="Arial"/>
                <a:cs typeface="Arial"/>
              </a:rPr>
              <a:t>FELVEO</a:t>
            </a:r>
            <a:r>
              <a:rPr sz="2550" i="1" spc="11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dirty="0" err="1">
                <a:solidFill>
                  <a:srgbClr val="677282"/>
                </a:solidFill>
                <a:latin typeface="Arial"/>
                <a:cs typeface="Arial"/>
              </a:rPr>
              <a:t>haszn</a:t>
            </a:r>
            <a:r>
              <a:rPr lang="hu-HU" sz="2550" i="1" dirty="0">
                <a:solidFill>
                  <a:srgbClr val="677282"/>
                </a:solidFill>
                <a:latin typeface="Arial"/>
                <a:cs typeface="Arial"/>
              </a:rPr>
              <a:t>á</a:t>
            </a:r>
            <a:r>
              <a:rPr sz="2550" i="1" dirty="0" err="1">
                <a:solidFill>
                  <a:srgbClr val="677282"/>
                </a:solidFill>
                <a:latin typeface="Arial"/>
                <a:cs typeface="Arial"/>
              </a:rPr>
              <a:t>lat</a:t>
            </a:r>
            <a:r>
              <a:rPr lang="hu-HU" sz="2550" i="1" dirty="0">
                <a:solidFill>
                  <a:srgbClr val="677282"/>
                </a:solidFill>
                <a:latin typeface="Arial"/>
                <a:cs typeface="Arial"/>
              </a:rPr>
              <a:t>á</a:t>
            </a:r>
            <a:r>
              <a:rPr sz="2550" i="1" dirty="0" err="1">
                <a:solidFill>
                  <a:srgbClr val="677282"/>
                </a:solidFill>
                <a:latin typeface="Arial"/>
                <a:cs typeface="Arial"/>
              </a:rPr>
              <a:t>val</a:t>
            </a:r>
            <a:r>
              <a:rPr sz="2550" i="1" spc="229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80" dirty="0">
                <a:solidFill>
                  <a:srgbClr val="677282"/>
                </a:solidFill>
                <a:latin typeface="Arial"/>
                <a:cs typeface="Arial"/>
              </a:rPr>
              <a:t>az</a:t>
            </a:r>
            <a:r>
              <a:rPr sz="2550" i="1" spc="95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dirty="0" err="1">
                <a:solidFill>
                  <a:srgbClr val="677282"/>
                </a:solidFill>
                <a:latin typeface="Arial"/>
                <a:cs typeface="Arial"/>
              </a:rPr>
              <a:t>iskolai</a:t>
            </a:r>
            <a:r>
              <a:rPr sz="2550" i="1" spc="8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65" dirty="0" err="1">
                <a:solidFill>
                  <a:srgbClr val="677282"/>
                </a:solidFill>
                <a:latin typeface="Arial"/>
                <a:cs typeface="Arial"/>
              </a:rPr>
              <a:t>adminisztr</a:t>
            </a:r>
            <a:r>
              <a:rPr lang="hu-HU" sz="2550" i="1" spc="65" dirty="0">
                <a:solidFill>
                  <a:srgbClr val="677282"/>
                </a:solidFill>
                <a:latin typeface="Arial"/>
                <a:cs typeface="Arial"/>
              </a:rPr>
              <a:t>á</a:t>
            </a:r>
            <a:r>
              <a:rPr sz="2550" i="1" spc="65" dirty="0">
                <a:solidFill>
                  <a:srgbClr val="677282"/>
                </a:solidFill>
                <a:latin typeface="Arial"/>
                <a:cs typeface="Arial"/>
              </a:rPr>
              <a:t>ci</a:t>
            </a:r>
            <a:r>
              <a:rPr lang="hu-HU" sz="2550" i="1" spc="65" dirty="0">
                <a:solidFill>
                  <a:srgbClr val="677282"/>
                </a:solidFill>
                <a:latin typeface="Arial"/>
                <a:cs typeface="Arial"/>
              </a:rPr>
              <a:t>ó</a:t>
            </a:r>
            <a:r>
              <a:rPr sz="2550" i="1" spc="10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105" dirty="0">
                <a:solidFill>
                  <a:srgbClr val="677282"/>
                </a:solidFill>
                <a:latin typeface="Arial"/>
                <a:cs typeface="Arial"/>
              </a:rPr>
              <a:t>t</a:t>
            </a:r>
            <a:r>
              <a:rPr lang="hu-HU" sz="2550" i="1" spc="105" dirty="0">
                <a:solidFill>
                  <a:srgbClr val="677282"/>
                </a:solidFill>
                <a:latin typeface="Arial"/>
                <a:cs typeface="Arial"/>
              </a:rPr>
              <a:t>ö</a:t>
            </a:r>
            <a:r>
              <a:rPr sz="2550" i="1" spc="105" dirty="0">
                <a:solidFill>
                  <a:srgbClr val="677282"/>
                </a:solidFill>
                <a:latin typeface="Arial"/>
                <a:cs typeface="Arial"/>
              </a:rPr>
              <a:t>bb</a:t>
            </a:r>
            <a:r>
              <a:rPr sz="2550" i="1" spc="25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65" dirty="0">
                <a:solidFill>
                  <a:srgbClr val="677282"/>
                </a:solidFill>
                <a:latin typeface="Arial"/>
                <a:cs typeface="Arial"/>
              </a:rPr>
              <a:t>mint</a:t>
            </a:r>
            <a:r>
              <a:rPr sz="2550" i="1" spc="25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dirty="0">
                <a:solidFill>
                  <a:srgbClr val="677282"/>
                </a:solidFill>
                <a:latin typeface="Arial"/>
                <a:cs typeface="Arial"/>
              </a:rPr>
              <a:t>k</a:t>
            </a:r>
            <a:r>
              <a:rPr lang="hu-HU" sz="2550" i="1" dirty="0">
                <a:solidFill>
                  <a:srgbClr val="677282"/>
                </a:solidFill>
                <a:latin typeface="Arial"/>
                <a:cs typeface="Arial"/>
              </a:rPr>
              <a:t>é</a:t>
            </a:r>
            <a:r>
              <a:rPr sz="2550" i="1" dirty="0" err="1">
                <a:solidFill>
                  <a:srgbClr val="677282"/>
                </a:solidFill>
                <a:latin typeface="Arial"/>
                <a:cs typeface="Arial"/>
              </a:rPr>
              <a:t>tharmada</a:t>
            </a:r>
            <a:r>
              <a:rPr sz="2550" i="1" spc="350" dirty="0">
                <a:solidFill>
                  <a:srgbClr val="677282"/>
                </a:solidFill>
                <a:latin typeface="Arial"/>
                <a:cs typeface="Arial"/>
              </a:rPr>
              <a:t> </a:t>
            </a:r>
            <a:r>
              <a:rPr sz="2550" i="1" spc="-10" dirty="0" err="1">
                <a:solidFill>
                  <a:srgbClr val="677282"/>
                </a:solidFill>
                <a:latin typeface="Arial"/>
                <a:cs typeface="Arial"/>
              </a:rPr>
              <a:t>automatiz</a:t>
            </a:r>
            <a:r>
              <a:rPr lang="hu-HU" sz="2550" i="1" spc="-10" dirty="0">
                <a:solidFill>
                  <a:srgbClr val="677282"/>
                </a:solidFill>
                <a:latin typeface="Arial"/>
                <a:cs typeface="Arial"/>
              </a:rPr>
              <a:t>á</a:t>
            </a:r>
            <a:r>
              <a:rPr sz="2550" i="1" spc="-10" dirty="0" err="1">
                <a:solidFill>
                  <a:srgbClr val="677282"/>
                </a:solidFill>
                <a:latin typeface="Arial"/>
                <a:cs typeface="Arial"/>
              </a:rPr>
              <a:t>lhat</a:t>
            </a:r>
            <a:r>
              <a:rPr lang="hu-HU" sz="2550" i="1" spc="-10" dirty="0">
                <a:solidFill>
                  <a:srgbClr val="677282"/>
                </a:solidFill>
                <a:latin typeface="Arial"/>
                <a:cs typeface="Arial"/>
              </a:rPr>
              <a:t>ó</a:t>
            </a:r>
            <a:r>
              <a:rPr sz="2550" i="1" spc="-10" dirty="0">
                <a:solidFill>
                  <a:srgbClr val="677282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586873" y="3181575"/>
            <a:ext cx="2705709" cy="944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964415" y="4205325"/>
            <a:ext cx="550580" cy="173249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1310495" y="4536074"/>
            <a:ext cx="5442880" cy="1291496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10995874" y="6347319"/>
            <a:ext cx="125846" cy="362249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11404882" y="6347319"/>
            <a:ext cx="314617" cy="299249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196021" y="7890815"/>
            <a:ext cx="928121" cy="188999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6171329" y="4221075"/>
            <a:ext cx="723619" cy="141749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16879222" y="5323572"/>
            <a:ext cx="1604549" cy="94499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15196021" y="8331814"/>
            <a:ext cx="928121" cy="110249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7964655" y="8457813"/>
            <a:ext cx="692158" cy="503998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10476754" y="3339075"/>
            <a:ext cx="0" cy="2520315"/>
          </a:xfrm>
          <a:custGeom>
            <a:avLst/>
            <a:gdLst/>
            <a:ahLst/>
            <a:cxnLst/>
            <a:rect l="l" t="t" r="r" b="b"/>
            <a:pathLst>
              <a:path h="2520315">
                <a:moveTo>
                  <a:pt x="0" y="2519993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0885756" y="4126573"/>
            <a:ext cx="0" cy="1858645"/>
          </a:xfrm>
          <a:custGeom>
            <a:avLst/>
            <a:gdLst/>
            <a:ahLst/>
            <a:cxnLst/>
            <a:rect l="l" t="t" r="r" b="b"/>
            <a:pathLst>
              <a:path h="1858645">
                <a:moveTo>
                  <a:pt x="0" y="1858495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6053344" y="9024811"/>
            <a:ext cx="0" cy="661670"/>
          </a:xfrm>
          <a:custGeom>
            <a:avLst/>
            <a:gdLst/>
            <a:ahLst/>
            <a:cxnLst/>
            <a:rect l="l" t="t" r="r" b="b"/>
            <a:pathLst>
              <a:path h="661670">
                <a:moveTo>
                  <a:pt x="0" y="661498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3764504" y="8426312"/>
            <a:ext cx="1101725" cy="0"/>
          </a:xfrm>
          <a:custGeom>
            <a:avLst/>
            <a:gdLst/>
            <a:ahLst/>
            <a:cxnLst/>
            <a:rect l="l" t="t" r="r" b="b"/>
            <a:pathLst>
              <a:path w="1101725">
                <a:moveTo>
                  <a:pt x="0" y="0"/>
                </a:moveTo>
                <a:lnTo>
                  <a:pt x="1101160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0901487" y="8930311"/>
            <a:ext cx="299085" cy="0"/>
          </a:xfrm>
          <a:custGeom>
            <a:avLst/>
            <a:gdLst/>
            <a:ahLst/>
            <a:cxnLst/>
            <a:rect l="l" t="t" r="r" b="b"/>
            <a:pathLst>
              <a:path w="299084">
                <a:moveTo>
                  <a:pt x="0" y="0"/>
                </a:moveTo>
                <a:lnTo>
                  <a:pt x="298886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3056615" y="8938186"/>
            <a:ext cx="1809114" cy="0"/>
          </a:xfrm>
          <a:custGeom>
            <a:avLst/>
            <a:gdLst/>
            <a:ahLst/>
            <a:cxnLst/>
            <a:rect l="l" t="t" r="r" b="b"/>
            <a:pathLst>
              <a:path w="1809115">
                <a:moveTo>
                  <a:pt x="0" y="0"/>
                </a:moveTo>
                <a:lnTo>
                  <a:pt x="1809049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1428471" y="6363067"/>
            <a:ext cx="0" cy="173355"/>
          </a:xfrm>
          <a:custGeom>
            <a:avLst/>
            <a:gdLst/>
            <a:ahLst/>
            <a:cxnLst/>
            <a:rect l="l" t="t" r="r" b="b"/>
            <a:pathLst>
              <a:path h="173354">
                <a:moveTo>
                  <a:pt x="0" y="173249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1672299" y="6355193"/>
            <a:ext cx="0" cy="181610"/>
          </a:xfrm>
          <a:custGeom>
            <a:avLst/>
            <a:gdLst/>
            <a:ahLst/>
            <a:cxnLst/>
            <a:rect l="l" t="t" r="r" b="b"/>
            <a:pathLst>
              <a:path h="181609">
                <a:moveTo>
                  <a:pt x="0" y="181124"/>
                </a:moveTo>
                <a:lnTo>
                  <a:pt x="0" y="0"/>
                </a:lnTo>
              </a:path>
            </a:pathLst>
          </a:custGeom>
          <a:ln w="23596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1428471" y="6536317"/>
            <a:ext cx="0" cy="181610"/>
          </a:xfrm>
          <a:custGeom>
            <a:avLst/>
            <a:gdLst/>
            <a:ahLst/>
            <a:cxnLst/>
            <a:rect l="l" t="t" r="r" b="b"/>
            <a:pathLst>
              <a:path h="181609">
                <a:moveTo>
                  <a:pt x="0" y="181124"/>
                </a:moveTo>
                <a:lnTo>
                  <a:pt x="0" y="0"/>
                </a:lnTo>
              </a:path>
            </a:pathLst>
          </a:custGeom>
          <a:ln w="7865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672299" y="6536317"/>
            <a:ext cx="0" cy="181610"/>
          </a:xfrm>
          <a:custGeom>
            <a:avLst/>
            <a:gdLst/>
            <a:ahLst/>
            <a:cxnLst/>
            <a:rect l="l" t="t" r="r" b="b"/>
            <a:pathLst>
              <a:path h="181609">
                <a:moveTo>
                  <a:pt x="0" y="181124"/>
                </a:moveTo>
                <a:lnTo>
                  <a:pt x="0" y="0"/>
                </a:lnTo>
              </a:path>
            </a:pathLst>
          </a:custGeom>
          <a:ln w="1573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4787010" y="7095441"/>
            <a:ext cx="605790" cy="0"/>
          </a:xfrm>
          <a:custGeom>
            <a:avLst/>
            <a:gdLst/>
            <a:ahLst/>
            <a:cxnLst/>
            <a:rect l="l" t="t" r="r" b="b"/>
            <a:pathLst>
              <a:path w="605790">
                <a:moveTo>
                  <a:pt x="0" y="0"/>
                </a:moveTo>
                <a:lnTo>
                  <a:pt x="605638" y="0"/>
                </a:lnTo>
              </a:path>
            </a:pathLst>
          </a:custGeom>
          <a:ln w="78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3662254" y="7882938"/>
            <a:ext cx="448945" cy="0"/>
          </a:xfrm>
          <a:custGeom>
            <a:avLst/>
            <a:gdLst/>
            <a:ahLst/>
            <a:cxnLst/>
            <a:rect l="l" t="t" r="r" b="b"/>
            <a:pathLst>
              <a:path w="448944">
                <a:moveTo>
                  <a:pt x="0" y="0"/>
                </a:moveTo>
                <a:lnTo>
                  <a:pt x="448329" y="0"/>
                </a:lnTo>
              </a:path>
            </a:pathLst>
          </a:custGeom>
          <a:ln w="39374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 txBox="1"/>
          <p:nvPr/>
        </p:nvSpPr>
        <p:spPr>
          <a:xfrm>
            <a:off x="1083529" y="3192503"/>
            <a:ext cx="2963545" cy="37528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300" b="1" spc="50" dirty="0">
                <a:solidFill>
                  <a:srgbClr val="0F1526"/>
                </a:solidFill>
                <a:latin typeface="Arial"/>
                <a:cs typeface="Arial"/>
              </a:rPr>
              <a:t>Mi</a:t>
            </a:r>
            <a:r>
              <a:rPr lang="hu-HU" sz="2300" b="1" spc="50" dirty="0">
                <a:solidFill>
                  <a:srgbClr val="0F1526"/>
                </a:solidFill>
                <a:latin typeface="Arial"/>
                <a:cs typeface="Arial"/>
              </a:rPr>
              <a:t>é</a:t>
            </a:r>
            <a:r>
              <a:rPr sz="2300" b="1" spc="50" dirty="0">
                <a:solidFill>
                  <a:srgbClr val="0F1526"/>
                </a:solidFill>
                <a:latin typeface="Arial"/>
                <a:cs typeface="Arial"/>
              </a:rPr>
              <a:t>rt</a:t>
            </a:r>
            <a:r>
              <a:rPr sz="2300" b="1" spc="-240" dirty="0">
                <a:solidFill>
                  <a:srgbClr val="0F1526"/>
                </a:solidFill>
                <a:latin typeface="Arial"/>
                <a:cs typeface="Arial"/>
              </a:rPr>
              <a:t> </a:t>
            </a:r>
            <a:r>
              <a:rPr sz="2300" b="1" spc="-70" dirty="0">
                <a:solidFill>
                  <a:srgbClr val="0F1526"/>
                </a:solidFill>
                <a:latin typeface="Arial"/>
                <a:cs typeface="Arial"/>
              </a:rPr>
              <a:t>m</a:t>
            </a:r>
            <a:r>
              <a:rPr lang="hu-HU" sz="2300" b="1" spc="-70" dirty="0">
                <a:solidFill>
                  <a:srgbClr val="0F1526"/>
                </a:solidFill>
                <a:latin typeface="Arial"/>
                <a:cs typeface="Arial"/>
              </a:rPr>
              <a:t>á</a:t>
            </a:r>
            <a:r>
              <a:rPr sz="2300" b="1" spc="-70" dirty="0">
                <a:solidFill>
                  <a:srgbClr val="0F1526"/>
                </a:solidFill>
                <a:latin typeface="Arial"/>
                <a:cs typeface="Arial"/>
              </a:rPr>
              <a:t>s</a:t>
            </a:r>
            <a:r>
              <a:rPr sz="2300" b="1" spc="-185" dirty="0">
                <a:solidFill>
                  <a:srgbClr val="0F1526"/>
                </a:solidFill>
                <a:latin typeface="Arial"/>
                <a:cs typeface="Arial"/>
              </a:rPr>
              <a:t> </a:t>
            </a:r>
            <a:r>
              <a:rPr sz="2050" b="1" dirty="0">
                <a:solidFill>
                  <a:srgbClr val="0F1526"/>
                </a:solidFill>
                <a:latin typeface="Arial"/>
                <a:cs typeface="Arial"/>
              </a:rPr>
              <a:t>a</a:t>
            </a:r>
            <a:r>
              <a:rPr sz="2050" b="1" spc="215" dirty="0">
                <a:solidFill>
                  <a:srgbClr val="0F1526"/>
                </a:solidFill>
                <a:latin typeface="Arial"/>
                <a:cs typeface="Arial"/>
              </a:rPr>
              <a:t> </a:t>
            </a:r>
            <a:r>
              <a:rPr sz="2300" b="1" spc="-55" dirty="0">
                <a:solidFill>
                  <a:srgbClr val="0F1526"/>
                </a:solidFill>
                <a:latin typeface="Arial"/>
                <a:cs typeface="Arial"/>
              </a:rPr>
              <a:t>FELVEO?</a:t>
            </a:r>
            <a:endParaRPr sz="2300" dirty="0">
              <a:latin typeface="Arial"/>
              <a:cs typeface="Arial"/>
            </a:endParaRPr>
          </a:p>
        </p:txBody>
      </p:sp>
      <p:sp>
        <p:nvSpPr>
          <p:cNvPr id="30" name="object 30"/>
          <p:cNvSpPr txBox="1"/>
          <p:nvPr/>
        </p:nvSpPr>
        <p:spPr>
          <a:xfrm>
            <a:off x="1083426" y="3816202"/>
            <a:ext cx="7967980" cy="1443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3810">
              <a:lnSpc>
                <a:spcPct val="121600"/>
              </a:lnSpc>
              <a:spcBef>
                <a:spcPts val="100"/>
              </a:spcBef>
            </a:pPr>
            <a:r>
              <a:rPr sz="2550" dirty="0">
                <a:solidFill>
                  <a:srgbClr val="343D4B"/>
                </a:solidFill>
                <a:latin typeface="Arial"/>
                <a:cs typeface="Arial"/>
              </a:rPr>
              <a:t>Ne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m</a:t>
            </a:r>
            <a:r>
              <a:rPr sz="2550" spc="2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343D4B"/>
                </a:solidFill>
                <a:latin typeface="Arial"/>
                <a:cs typeface="Arial"/>
              </a:rPr>
              <a:t>egy</a:t>
            </a:r>
            <a:r>
              <a:rPr sz="2550" spc="20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bonyolult</a:t>
            </a:r>
            <a:r>
              <a:rPr sz="2550" spc="54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dirty="0">
                <a:solidFill>
                  <a:srgbClr val="343D4B"/>
                </a:solidFill>
                <a:latin typeface="Arial"/>
                <a:cs typeface="Arial"/>
              </a:rPr>
              <a:t>v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llalatir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ny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í</a:t>
            </a:r>
            <a:r>
              <a:rPr sz="2550" dirty="0">
                <a:solidFill>
                  <a:srgbClr val="343D4B"/>
                </a:solidFill>
                <a:latin typeface="Arial"/>
                <a:cs typeface="Arial"/>
              </a:rPr>
              <a:t>t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si</a:t>
            </a:r>
            <a:r>
              <a:rPr sz="2550" spc="13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343D4B"/>
                </a:solidFill>
                <a:latin typeface="Arial"/>
                <a:cs typeface="Arial"/>
              </a:rPr>
              <a:t>rendszer,</a:t>
            </a:r>
            <a:r>
              <a:rPr sz="2550" spc="24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hanem </a:t>
            </a:r>
            <a:r>
              <a:rPr sz="2550" spc="50" dirty="0" err="1">
                <a:solidFill>
                  <a:srgbClr val="343D4B"/>
                </a:solidFill>
                <a:latin typeface="Arial"/>
                <a:cs typeface="Arial"/>
              </a:rPr>
              <a:t>egy</a:t>
            </a:r>
            <a:r>
              <a:rPr sz="2550" spc="1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75" dirty="0">
                <a:solidFill>
                  <a:srgbClr val="343D4B"/>
                </a:solidFill>
                <a:latin typeface="Arial"/>
                <a:cs typeface="Arial"/>
              </a:rPr>
              <a:t>c</a:t>
            </a:r>
            <a:r>
              <a:rPr lang="hu-HU" sz="2550" spc="75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75" dirty="0" err="1">
                <a:solidFill>
                  <a:srgbClr val="343D4B"/>
                </a:solidFill>
                <a:latin typeface="Arial"/>
                <a:cs typeface="Arial"/>
              </a:rPr>
              <a:t>lzott</a:t>
            </a:r>
            <a:r>
              <a:rPr sz="2550" spc="75" dirty="0">
                <a:solidFill>
                  <a:srgbClr val="343D4B"/>
                </a:solidFill>
                <a:latin typeface="Arial"/>
                <a:cs typeface="Arial"/>
              </a:rPr>
              <a:t>,</a:t>
            </a:r>
            <a:r>
              <a:rPr sz="2550" spc="20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50" dirty="0">
                <a:solidFill>
                  <a:srgbClr val="343D4B"/>
                </a:solidFill>
                <a:latin typeface="Arial"/>
                <a:cs typeface="Arial"/>
              </a:rPr>
              <a:t>k</a:t>
            </a:r>
            <a:r>
              <a:rPr lang="hu-HU" sz="2550" spc="50" dirty="0">
                <a:solidFill>
                  <a:srgbClr val="343D4B"/>
                </a:solidFill>
                <a:latin typeface="Arial"/>
                <a:cs typeface="Arial"/>
              </a:rPr>
              <a:t>ö</a:t>
            </a:r>
            <a:r>
              <a:rPr sz="2550" spc="50" dirty="0" err="1">
                <a:solidFill>
                  <a:srgbClr val="343D4B"/>
                </a:solidFill>
                <a:latin typeface="Arial"/>
                <a:cs typeface="Arial"/>
              </a:rPr>
              <a:t>nnyen</a:t>
            </a:r>
            <a:r>
              <a:rPr sz="2550" spc="25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tanulhat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ó</a:t>
            </a:r>
            <a:r>
              <a:rPr lang="hu-HU" sz="2550" spc="229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lang="hu-HU" sz="2550" spc="5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50" dirty="0">
                <a:solidFill>
                  <a:srgbClr val="343D4B"/>
                </a:solidFill>
                <a:latin typeface="Arial"/>
                <a:cs typeface="Arial"/>
              </a:rPr>
              <a:t>s</a:t>
            </a:r>
            <a:r>
              <a:rPr sz="2550" spc="1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rendk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í</a:t>
            </a:r>
            <a:r>
              <a:rPr sz="2550" dirty="0">
                <a:solidFill>
                  <a:srgbClr val="343D4B"/>
                </a:solidFill>
                <a:latin typeface="Arial"/>
                <a:cs typeface="Arial"/>
              </a:rPr>
              <a:t>v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ü</a:t>
            </a:r>
            <a:r>
              <a:rPr sz="2550" dirty="0">
                <a:solidFill>
                  <a:srgbClr val="343D4B"/>
                </a:solidFill>
                <a:latin typeface="Arial"/>
                <a:cs typeface="Arial"/>
              </a:rPr>
              <a:t>l</a:t>
            </a:r>
            <a:r>
              <a:rPr sz="2550" spc="28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50" dirty="0" err="1">
                <a:solidFill>
                  <a:srgbClr val="343D4B"/>
                </a:solidFill>
                <a:latin typeface="Arial"/>
                <a:cs typeface="Arial"/>
              </a:rPr>
              <a:t>gyors</a:t>
            </a:r>
            <a:r>
              <a:rPr sz="2550" spc="5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c</a:t>
            </a:r>
            <a:r>
              <a:rPr lang="hu-HU" sz="2550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-10" dirty="0" err="1">
                <a:solidFill>
                  <a:srgbClr val="343D4B"/>
                </a:solidFill>
                <a:latin typeface="Arial"/>
                <a:cs typeface="Arial"/>
              </a:rPr>
              <a:t>lszoftver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31" name="object 31"/>
          <p:cNvSpPr txBox="1"/>
          <p:nvPr/>
        </p:nvSpPr>
        <p:spPr>
          <a:xfrm>
            <a:off x="1082404" y="5791246"/>
            <a:ext cx="3036570" cy="356235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2150" b="1" dirty="0" err="1">
                <a:solidFill>
                  <a:srgbClr val="0F1526"/>
                </a:solidFill>
                <a:latin typeface="Arial"/>
                <a:cs typeface="Arial"/>
              </a:rPr>
              <a:t>Terveze</a:t>
            </a:r>
            <a:r>
              <a:rPr lang="hu-HU" sz="2150" b="1" dirty="0" err="1">
                <a:solidFill>
                  <a:srgbClr val="0F1526"/>
                </a:solidFill>
                <a:latin typeface="Arial"/>
                <a:cs typeface="Arial"/>
              </a:rPr>
              <a:t>tt</a:t>
            </a:r>
            <a:r>
              <a:rPr sz="2150" b="1" spc="300" dirty="0">
                <a:solidFill>
                  <a:srgbClr val="0F1526"/>
                </a:solidFill>
                <a:latin typeface="Arial"/>
                <a:cs typeface="Arial"/>
              </a:rPr>
              <a:t> </a:t>
            </a:r>
            <a:r>
              <a:rPr sz="2150" b="1" spc="-10" dirty="0" err="1">
                <a:solidFill>
                  <a:srgbClr val="0F1526"/>
                </a:solidFill>
                <a:latin typeface="Arial"/>
                <a:cs typeface="Arial"/>
              </a:rPr>
              <a:t>fejleszt</a:t>
            </a:r>
            <a:r>
              <a:rPr lang="hu-HU" sz="2150" b="1" spc="-10" dirty="0">
                <a:solidFill>
                  <a:srgbClr val="0F1526"/>
                </a:solidFill>
                <a:latin typeface="Arial"/>
                <a:cs typeface="Arial"/>
              </a:rPr>
              <a:t>é</a:t>
            </a:r>
            <a:r>
              <a:rPr sz="2150" b="1" spc="-10" dirty="0" err="1">
                <a:solidFill>
                  <a:srgbClr val="0F1526"/>
                </a:solidFill>
                <a:latin typeface="Arial"/>
                <a:cs typeface="Arial"/>
              </a:rPr>
              <a:t>sek</a:t>
            </a:r>
            <a:r>
              <a:rPr sz="2150" b="1" spc="-10" dirty="0">
                <a:solidFill>
                  <a:srgbClr val="0F1526"/>
                </a:solidFill>
                <a:latin typeface="Arial"/>
                <a:cs typeface="Arial"/>
              </a:rPr>
              <a:t>:</a:t>
            </a:r>
            <a:endParaRPr sz="2150" dirty="0">
              <a:latin typeface="Arial"/>
              <a:cs typeface="Arial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094208" y="6417515"/>
            <a:ext cx="7922259" cy="972061"/>
          </a:xfrm>
          <a:prstGeom prst="rect">
            <a:avLst/>
          </a:prstGeom>
        </p:spPr>
        <p:txBody>
          <a:bodyPr vert="horz" wrap="square" lIns="0" tIns="96520" rIns="0" bIns="0" rtlCol="0">
            <a:spAutoFit/>
          </a:bodyPr>
          <a:lstStyle/>
          <a:p>
            <a:pPr marL="328930" indent="-316230">
              <a:lnSpc>
                <a:spcPct val="100000"/>
              </a:lnSpc>
              <a:spcBef>
                <a:spcPts val="760"/>
              </a:spcBef>
              <a:buChar char="•"/>
              <a:tabLst>
                <a:tab pos="328930" algn="l"/>
              </a:tabLst>
            </a:pP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Automatikus</a:t>
            </a:r>
            <a:r>
              <a:rPr sz="2550" spc="50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lang="hu-HU" sz="2550" spc="75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75" dirty="0" err="1">
                <a:solidFill>
                  <a:srgbClr val="343D4B"/>
                </a:solidFill>
                <a:latin typeface="Arial"/>
                <a:cs typeface="Arial"/>
              </a:rPr>
              <a:t>rtesit</a:t>
            </a:r>
            <a:r>
              <a:rPr lang="hu-HU" sz="2550" spc="75" dirty="0">
                <a:solidFill>
                  <a:srgbClr val="343D4B"/>
                </a:solidFill>
                <a:latin typeface="Arial"/>
                <a:cs typeface="Arial"/>
              </a:rPr>
              <a:t>ő</a:t>
            </a:r>
            <a:r>
              <a:rPr sz="2550" spc="26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55" dirty="0">
                <a:solidFill>
                  <a:srgbClr val="343D4B"/>
                </a:solidFill>
                <a:latin typeface="Arial"/>
                <a:cs typeface="Arial"/>
              </a:rPr>
              <a:t>e-</a:t>
            </a:r>
            <a:r>
              <a:rPr sz="2550" spc="60" dirty="0" err="1">
                <a:solidFill>
                  <a:srgbClr val="343D4B"/>
                </a:solidFill>
                <a:latin typeface="Arial"/>
                <a:cs typeface="Arial"/>
              </a:rPr>
              <a:t>mailek</a:t>
            </a:r>
            <a:r>
              <a:rPr sz="2550" spc="27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k</a:t>
            </a:r>
            <a:r>
              <a:rPr lang="hu-HU" sz="2550" spc="-10" dirty="0">
                <a:solidFill>
                  <a:srgbClr val="343D4B"/>
                </a:solidFill>
                <a:latin typeface="Arial"/>
                <a:cs typeface="Arial"/>
              </a:rPr>
              <a:t>ü</a:t>
            </a:r>
            <a:r>
              <a:rPr sz="2550" spc="-10" dirty="0" err="1">
                <a:solidFill>
                  <a:srgbClr val="343D4B"/>
                </a:solidFill>
                <a:latin typeface="Arial"/>
                <a:cs typeface="Arial"/>
              </a:rPr>
              <a:t>ld</a:t>
            </a:r>
            <a:r>
              <a:rPr lang="hu-HU" sz="2550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se.</a:t>
            </a:r>
            <a:endParaRPr sz="2550" dirty="0">
              <a:latin typeface="Arial"/>
              <a:cs typeface="Arial"/>
            </a:endParaRPr>
          </a:p>
          <a:p>
            <a:pPr marL="326390" indent="-313690">
              <a:lnSpc>
                <a:spcPct val="100000"/>
              </a:lnSpc>
              <a:spcBef>
                <a:spcPts val="660"/>
              </a:spcBef>
              <a:buChar char="•"/>
              <a:tabLst>
                <a:tab pos="326390" algn="l"/>
              </a:tabLst>
            </a:pP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Rangsorol</a:t>
            </a:r>
            <a:r>
              <a:rPr lang="hu-HU" sz="2550" dirty="0">
                <a:solidFill>
                  <a:srgbClr val="343D4B"/>
                </a:solidFill>
                <a:latin typeface="Arial"/>
                <a:cs typeface="Arial"/>
              </a:rPr>
              <a:t>á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si</a:t>
            </a:r>
            <a:r>
              <a:rPr sz="2550" spc="49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dirty="0" err="1">
                <a:solidFill>
                  <a:srgbClr val="343D4B"/>
                </a:solidFill>
                <a:latin typeface="Arial"/>
                <a:cs typeface="Arial"/>
              </a:rPr>
              <a:t>algoritmus</a:t>
            </a:r>
            <a:r>
              <a:rPr sz="2550" spc="459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2550" spc="-10" dirty="0" err="1">
                <a:solidFill>
                  <a:srgbClr val="343D4B"/>
                </a:solidFill>
                <a:latin typeface="Arial"/>
                <a:cs typeface="Arial"/>
              </a:rPr>
              <a:t>fejleszt</a:t>
            </a:r>
            <a:r>
              <a:rPr lang="hu-HU" sz="2550" spc="-10" dirty="0">
                <a:solidFill>
                  <a:srgbClr val="343D4B"/>
                </a:solidFill>
                <a:latin typeface="Arial"/>
                <a:cs typeface="Arial"/>
              </a:rPr>
              <a:t>é</a:t>
            </a:r>
            <a:r>
              <a:rPr sz="2550" spc="-10" dirty="0">
                <a:solidFill>
                  <a:srgbClr val="343D4B"/>
                </a:solidFill>
                <a:latin typeface="Arial"/>
                <a:cs typeface="Arial"/>
              </a:rPr>
              <a:t>se.</a:t>
            </a:r>
            <a:endParaRPr sz="2550" dirty="0">
              <a:latin typeface="Arial"/>
              <a:cs typeface="Arial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10990517" y="4771436"/>
            <a:ext cx="14097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-25" dirty="0">
                <a:solidFill>
                  <a:srgbClr val="B1B1B5"/>
                </a:solidFill>
                <a:latin typeface="Arial"/>
                <a:cs typeface="Arial"/>
              </a:rPr>
              <a:t>E:l</a:t>
            </a:r>
            <a:endParaRPr sz="800">
              <a:latin typeface="Arial"/>
              <a:cs typeface="Arial"/>
            </a:endParaRPr>
          </a:p>
        </p:txBody>
      </p:sp>
      <p:sp>
        <p:nvSpPr>
          <p:cNvPr id="34" name="object 34"/>
          <p:cNvSpPr txBox="1"/>
          <p:nvPr/>
        </p:nvSpPr>
        <p:spPr>
          <a:xfrm>
            <a:off x="10963612" y="5279372"/>
            <a:ext cx="8255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50" dirty="0">
                <a:solidFill>
                  <a:srgbClr val="B1B1B5"/>
                </a:solidFill>
                <a:latin typeface="Arial"/>
                <a:cs typeface="Arial"/>
              </a:rPr>
              <a:t>0</a:t>
            </a:r>
            <a:endParaRPr sz="850">
              <a:latin typeface="Arial"/>
              <a:cs typeface="Arial"/>
            </a:endParaRPr>
          </a:p>
        </p:txBody>
      </p:sp>
      <p:sp>
        <p:nvSpPr>
          <p:cNvPr id="35" name="object 35"/>
          <p:cNvSpPr txBox="1"/>
          <p:nvPr/>
        </p:nvSpPr>
        <p:spPr>
          <a:xfrm>
            <a:off x="10991239" y="5539247"/>
            <a:ext cx="123189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25" dirty="0">
                <a:solidFill>
                  <a:srgbClr val="B1B1B5"/>
                </a:solidFill>
                <a:latin typeface="Arial"/>
                <a:cs typeface="Arial"/>
              </a:rPr>
              <a:t>rg</a:t>
            </a:r>
            <a:endParaRPr sz="900">
              <a:latin typeface="Arial"/>
              <a:cs typeface="Arial"/>
            </a:endParaRPr>
          </a:p>
        </p:txBody>
      </p:sp>
      <p:sp>
        <p:nvSpPr>
          <p:cNvPr id="36" name="object 36"/>
          <p:cNvSpPr txBox="1"/>
          <p:nvPr/>
        </p:nvSpPr>
        <p:spPr>
          <a:xfrm>
            <a:off x="10993148" y="5814871"/>
            <a:ext cx="103505" cy="13906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750" spc="-25" dirty="0">
                <a:solidFill>
                  <a:srgbClr val="B1B1B5"/>
                </a:solidFill>
                <a:latin typeface="Arial"/>
                <a:cs typeface="Arial"/>
              </a:rPr>
              <a:t>(9</a:t>
            </a:r>
            <a:endParaRPr sz="750">
              <a:latin typeface="Arial"/>
              <a:cs typeface="Arial"/>
            </a:endParaRPr>
          </a:p>
        </p:txBody>
      </p:sp>
      <p:sp>
        <p:nvSpPr>
          <p:cNvPr id="37" name="object 37"/>
          <p:cNvSpPr txBox="1"/>
          <p:nvPr/>
        </p:nvSpPr>
        <p:spPr>
          <a:xfrm>
            <a:off x="12759152" y="4224125"/>
            <a:ext cx="6667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50" dirty="0">
                <a:solidFill>
                  <a:srgbClr val="B1B1B5"/>
                </a:solidFill>
                <a:latin typeface="Arial"/>
                <a:cs typeface="Arial"/>
              </a:rPr>
              <a:t>0</a:t>
            </a:r>
            <a:endParaRPr sz="600">
              <a:latin typeface="Arial"/>
              <a:cs typeface="Arial"/>
            </a:endParaRPr>
          </a:p>
        </p:txBody>
      </p:sp>
      <p:sp>
        <p:nvSpPr>
          <p:cNvPr id="38" name="object 38"/>
          <p:cNvSpPr txBox="1"/>
          <p:nvPr/>
        </p:nvSpPr>
        <p:spPr>
          <a:xfrm>
            <a:off x="10995158" y="6043245"/>
            <a:ext cx="135890" cy="16764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</a:pPr>
            <a:r>
              <a:rPr sz="900" spc="-40" dirty="0">
                <a:solidFill>
                  <a:srgbClr val="B1B1B5"/>
                </a:solidFill>
                <a:latin typeface="Arial"/>
                <a:cs typeface="Arial"/>
              </a:rPr>
              <a:t>gg</a:t>
            </a:r>
            <a:endParaRPr sz="900">
              <a:latin typeface="Arial"/>
              <a:cs typeface="Arial"/>
            </a:endParaRPr>
          </a:p>
        </p:txBody>
      </p:sp>
      <p:sp>
        <p:nvSpPr>
          <p:cNvPr id="39" name="object 39"/>
          <p:cNvSpPr txBox="1"/>
          <p:nvPr/>
        </p:nvSpPr>
        <p:spPr>
          <a:xfrm>
            <a:off x="11305351" y="6007808"/>
            <a:ext cx="90424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60" dirty="0">
                <a:solidFill>
                  <a:srgbClr val="4D4D54"/>
                </a:solidFill>
                <a:latin typeface="Arial"/>
                <a:cs typeface="Arial"/>
              </a:rPr>
              <a:t>Popu</a:t>
            </a:r>
            <a:r>
              <a:rPr sz="800" spc="60" dirty="0">
                <a:solidFill>
                  <a:srgbClr val="21232D"/>
                </a:solidFill>
                <a:latin typeface="Arial"/>
                <a:cs typeface="Arial"/>
              </a:rPr>
              <a:t>l</a:t>
            </a:r>
            <a:r>
              <a:rPr sz="800" spc="60" dirty="0">
                <a:solidFill>
                  <a:srgbClr val="343D4B"/>
                </a:solidFill>
                <a:latin typeface="Arial"/>
                <a:cs typeface="Arial"/>
              </a:rPr>
              <a:t>ar</a:t>
            </a:r>
            <a:r>
              <a:rPr sz="800" spc="-30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4D4D54"/>
                </a:solidFill>
                <a:latin typeface="Arial"/>
                <a:cs typeface="Arial"/>
              </a:rPr>
              <a:t>Courses</a:t>
            </a:r>
            <a:endParaRPr sz="800">
              <a:latin typeface="Arial"/>
              <a:cs typeface="Arial"/>
            </a:endParaRPr>
          </a:p>
        </p:txBody>
      </p:sp>
      <p:sp>
        <p:nvSpPr>
          <p:cNvPr id="40" name="object 40"/>
          <p:cNvSpPr txBox="1"/>
          <p:nvPr/>
        </p:nvSpPr>
        <p:spPr>
          <a:xfrm>
            <a:off x="13162012" y="6019620"/>
            <a:ext cx="417830" cy="11048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550" spc="-10" dirty="0">
                <a:solidFill>
                  <a:srgbClr val="797B82"/>
                </a:solidFill>
                <a:latin typeface="Arial"/>
                <a:cs typeface="Arial"/>
              </a:rPr>
              <a:t>A</a:t>
            </a:r>
            <a:r>
              <a:rPr sz="550" spc="-10" dirty="0">
                <a:solidFill>
                  <a:srgbClr val="60626B"/>
                </a:solidFill>
                <a:latin typeface="Arial"/>
                <a:cs typeface="Arial"/>
              </a:rPr>
              <a:t>ll</a:t>
            </a:r>
            <a:r>
              <a:rPr sz="550" spc="-40" dirty="0">
                <a:solidFill>
                  <a:srgbClr val="60626B"/>
                </a:solidFill>
                <a:latin typeface="Arial"/>
                <a:cs typeface="Arial"/>
              </a:rPr>
              <a:t> </a:t>
            </a:r>
            <a:r>
              <a:rPr sz="550" spc="40" dirty="0">
                <a:solidFill>
                  <a:srgbClr val="797B82"/>
                </a:solidFill>
                <a:latin typeface="Arial"/>
                <a:cs typeface="Arial"/>
              </a:rPr>
              <a:t>C</a:t>
            </a:r>
            <a:r>
              <a:rPr sz="550" spc="40" dirty="0">
                <a:solidFill>
                  <a:srgbClr val="9195A3"/>
                </a:solidFill>
                <a:latin typeface="Arial"/>
                <a:cs typeface="Arial"/>
              </a:rPr>
              <a:t>Wft.0$</a:t>
            </a:r>
            <a:endParaRPr sz="550">
              <a:latin typeface="Arial"/>
              <a:cs typeface="Arial"/>
            </a:endParaRPr>
          </a:p>
        </p:txBody>
      </p:sp>
      <p:sp>
        <p:nvSpPr>
          <p:cNvPr id="41" name="object 41"/>
          <p:cNvSpPr txBox="1"/>
          <p:nvPr/>
        </p:nvSpPr>
        <p:spPr>
          <a:xfrm>
            <a:off x="13754368" y="6007808"/>
            <a:ext cx="86042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70" dirty="0">
                <a:solidFill>
                  <a:srgbClr val="4D4D54"/>
                </a:solidFill>
                <a:latin typeface="Arial"/>
                <a:cs typeface="Arial"/>
              </a:rPr>
              <a:t>Current</a:t>
            </a:r>
            <a:r>
              <a:rPr sz="800" spc="1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spc="60" dirty="0">
                <a:solidFill>
                  <a:srgbClr val="343D4B"/>
                </a:solidFill>
                <a:latin typeface="Arial"/>
                <a:cs typeface="Arial"/>
              </a:rPr>
              <a:t>Activity</a:t>
            </a:r>
            <a:endParaRPr sz="800">
              <a:latin typeface="Arial"/>
              <a:cs typeface="Arial"/>
            </a:endParaRPr>
          </a:p>
        </p:txBody>
      </p:sp>
      <p:sp>
        <p:nvSpPr>
          <p:cNvPr id="42" name="object 42"/>
          <p:cNvSpPr txBox="1"/>
          <p:nvPr/>
        </p:nvSpPr>
        <p:spPr>
          <a:xfrm>
            <a:off x="16205936" y="5999932"/>
            <a:ext cx="85026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343D4B"/>
                </a:solidFill>
                <a:latin typeface="Arial"/>
                <a:cs typeface="Arial"/>
              </a:rPr>
              <a:t>Bes</a:t>
            </a:r>
            <a:r>
              <a:rPr sz="800" dirty="0">
                <a:solidFill>
                  <a:srgbClr val="21232D"/>
                </a:solidFill>
                <a:latin typeface="Arial"/>
                <a:cs typeface="Arial"/>
              </a:rPr>
              <a:t>t</a:t>
            </a:r>
            <a:r>
              <a:rPr sz="800" spc="110" dirty="0">
                <a:solidFill>
                  <a:srgbClr val="21232D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343D4B"/>
                </a:solidFill>
                <a:latin typeface="Arial"/>
                <a:cs typeface="Arial"/>
              </a:rPr>
              <a:t>Instructors</a:t>
            </a:r>
            <a:endParaRPr sz="800">
              <a:latin typeface="Arial"/>
              <a:cs typeface="Arial"/>
            </a:endParaRPr>
          </a:p>
        </p:txBody>
      </p:sp>
      <p:sp>
        <p:nvSpPr>
          <p:cNvPr id="43" name="object 43"/>
          <p:cNvSpPr txBox="1"/>
          <p:nvPr/>
        </p:nvSpPr>
        <p:spPr>
          <a:xfrm>
            <a:off x="18214502" y="6011745"/>
            <a:ext cx="262255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spc="-20" dirty="0">
                <a:solidFill>
                  <a:srgbClr val="9195A3"/>
                </a:solidFill>
                <a:latin typeface="Times New Roman"/>
                <a:cs typeface="Times New Roman"/>
              </a:rPr>
              <a:t>SOO</a:t>
            </a:r>
            <a:r>
              <a:rPr sz="600" spc="-20" dirty="0">
                <a:solidFill>
                  <a:srgbClr val="797B82"/>
                </a:solidFill>
                <a:latin typeface="Times New Roman"/>
                <a:cs typeface="Times New Roman"/>
              </a:rPr>
              <a:t>A</a:t>
            </a:r>
            <a:r>
              <a:rPr sz="600" spc="-20" dirty="0">
                <a:solidFill>
                  <a:srgbClr val="B1B1B5"/>
                </a:solidFill>
                <a:latin typeface="Times New Roman"/>
                <a:cs typeface="Times New Roman"/>
              </a:rPr>
              <a:t>li</a:t>
            </a:r>
            <a:endParaRPr sz="600">
              <a:latin typeface="Times New Roman"/>
              <a:cs typeface="Times New Roman"/>
            </a:endParaRPr>
          </a:p>
        </p:txBody>
      </p:sp>
      <p:sp>
        <p:nvSpPr>
          <p:cNvPr id="44" name="object 44"/>
          <p:cNvSpPr txBox="1"/>
          <p:nvPr/>
        </p:nvSpPr>
        <p:spPr>
          <a:xfrm>
            <a:off x="11762577" y="6320485"/>
            <a:ext cx="600075" cy="3149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00"/>
              </a:spcBef>
            </a:pPr>
            <a:r>
              <a:rPr sz="700" dirty="0">
                <a:solidFill>
                  <a:srgbClr val="4D4D54"/>
                </a:solidFill>
                <a:latin typeface="Arial"/>
                <a:cs typeface="Arial"/>
              </a:rPr>
              <a:t>UI/UX</a:t>
            </a:r>
            <a:r>
              <a:rPr sz="700" spc="25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4D54"/>
                </a:solidFill>
                <a:latin typeface="Arial"/>
                <a:cs typeface="Arial"/>
              </a:rPr>
              <a:t>Design</a:t>
            </a:r>
            <a:endParaRPr sz="700">
              <a:latin typeface="Arial"/>
              <a:cs typeface="Arial"/>
            </a:endParaRPr>
          </a:p>
          <a:p>
            <a:pPr marL="16510">
              <a:lnSpc>
                <a:spcPct val="100000"/>
              </a:lnSpc>
              <a:spcBef>
                <a:spcPts val="365"/>
              </a:spcBef>
            </a:pPr>
            <a:r>
              <a:rPr sz="550" dirty="0">
                <a:solidFill>
                  <a:srgbClr val="C1C1C3"/>
                </a:solidFill>
                <a:latin typeface="Times New Roman"/>
                <a:cs typeface="Times New Roman"/>
              </a:rPr>
              <a:t>30+</a:t>
            </a:r>
            <a:r>
              <a:rPr sz="550" spc="100" dirty="0">
                <a:solidFill>
                  <a:srgbClr val="C1C1C3"/>
                </a:solidFill>
                <a:latin typeface="Times New Roman"/>
                <a:cs typeface="Times New Roman"/>
              </a:rPr>
              <a:t> </a:t>
            </a:r>
            <a:r>
              <a:rPr sz="550" dirty="0">
                <a:solidFill>
                  <a:srgbClr val="C1C1C3"/>
                </a:solidFill>
                <a:latin typeface="Times New Roman"/>
                <a:cs typeface="Times New Roman"/>
              </a:rPr>
              <a:t>C0C.lr$</a:t>
            </a:r>
            <a:r>
              <a:rPr sz="550" spc="195" dirty="0">
                <a:solidFill>
                  <a:srgbClr val="C1C1C3"/>
                </a:solidFill>
                <a:latin typeface="Times New Roman"/>
                <a:cs typeface="Times New Roman"/>
              </a:rPr>
              <a:t> </a:t>
            </a:r>
            <a:r>
              <a:rPr sz="550" spc="-50" dirty="0">
                <a:solidFill>
                  <a:srgbClr val="B1B1B5"/>
                </a:solidFill>
                <a:latin typeface="Times New Roman"/>
                <a:cs typeface="Times New Roman"/>
              </a:rPr>
              <a:t>'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2611317" y="6035371"/>
            <a:ext cx="812165" cy="10769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  <a:tabLst>
                <a:tab pos="269240" algn="l"/>
              </a:tabLst>
            </a:pPr>
            <a:r>
              <a:rPr sz="1000" u="heavy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r>
              <a:rPr sz="1000" u="heavy" spc="-170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3650" u="heavy" spc="5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sz="1650" u="heavy" spc="-10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.,</a:t>
            </a:r>
            <a:r>
              <a:rPr sz="1650" u="heavy" spc="-100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,</a:t>
            </a:r>
            <a:r>
              <a:rPr sz="3000" u="heavy" spc="-755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sz="1650" u="heavy" spc="185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sz="3000" u="heavy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.</a:t>
            </a:r>
            <a:r>
              <a:rPr sz="3000" u="heavy" spc="750" dirty="0">
                <a:solidFill>
                  <a:srgbClr val="EDDF85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 </a:t>
            </a:r>
            <a:endParaRPr sz="30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450"/>
              </a:spcBef>
            </a:pPr>
            <a:endParaRPr sz="1650">
              <a:latin typeface="Arial"/>
              <a:cs typeface="Arial"/>
            </a:endParaRPr>
          </a:p>
          <a:p>
            <a:pPr marL="279400">
              <a:lnSpc>
                <a:spcPct val="100000"/>
              </a:lnSpc>
            </a:pPr>
            <a:r>
              <a:rPr sz="450" dirty="0">
                <a:solidFill>
                  <a:srgbClr val="D399A8"/>
                </a:solidFill>
                <a:latin typeface="Arial"/>
                <a:cs typeface="Arial"/>
              </a:rPr>
              <a:t>v"&gt;!".-</a:t>
            </a:r>
            <a:r>
              <a:rPr sz="450" spc="-10" dirty="0">
                <a:solidFill>
                  <a:srgbClr val="D399A8"/>
                </a:solidFill>
                <a:latin typeface="Arial"/>
                <a:cs typeface="Arial"/>
              </a:rPr>
              <a:t>.'COI..Mr.'I</a:t>
            </a:r>
            <a:endParaRPr sz="45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13860205" y="6354307"/>
            <a:ext cx="1088390" cy="242570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3970">
              <a:lnSpc>
                <a:spcPts val="950"/>
              </a:lnSpc>
              <a:spcBef>
                <a:spcPts val="135"/>
              </a:spcBef>
            </a:pPr>
            <a:r>
              <a:rPr sz="800" spc="60" dirty="0">
                <a:solidFill>
                  <a:srgbClr val="343D4B"/>
                </a:solidFill>
                <a:latin typeface="Arial"/>
                <a:cs typeface="Arial"/>
              </a:rPr>
              <a:t>Mont</a:t>
            </a:r>
            <a:r>
              <a:rPr sz="800" spc="60" dirty="0">
                <a:solidFill>
                  <a:srgbClr val="60626B"/>
                </a:solidFill>
                <a:latin typeface="Arial"/>
                <a:cs typeface="Arial"/>
              </a:rPr>
              <a:t>h</a:t>
            </a:r>
            <a:r>
              <a:rPr sz="800" spc="60" dirty="0">
                <a:solidFill>
                  <a:srgbClr val="343D4B"/>
                </a:solidFill>
                <a:latin typeface="Arial"/>
                <a:cs typeface="Arial"/>
              </a:rPr>
              <a:t>ly</a:t>
            </a:r>
            <a:r>
              <a:rPr sz="800" spc="-1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4D4D54"/>
                </a:solidFill>
                <a:latin typeface="Arial"/>
                <a:cs typeface="Arial"/>
              </a:rPr>
              <a:t>Progress</a:t>
            </a:r>
            <a:endParaRPr sz="800">
              <a:latin typeface="Arial"/>
              <a:cs typeface="Arial"/>
            </a:endParaRPr>
          </a:p>
          <a:p>
            <a:pPr marL="12700">
              <a:lnSpc>
                <a:spcPts val="710"/>
              </a:lnSpc>
            </a:pPr>
            <a:r>
              <a:rPr sz="550" spc="-10" dirty="0">
                <a:solidFill>
                  <a:srgbClr val="C1C1C3"/>
                </a:solidFill>
                <a:latin typeface="Arial"/>
                <a:cs typeface="Arial"/>
              </a:rPr>
              <a:t>Thi,;.</a:t>
            </a: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is</a:t>
            </a:r>
            <a:r>
              <a:rPr sz="600" spc="160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550" dirty="0">
                <a:solidFill>
                  <a:srgbClr val="C1C1C3"/>
                </a:solidFill>
                <a:latin typeface="Arial"/>
                <a:cs typeface="Arial"/>
              </a:rPr>
              <a:t>U'IPllotest</a:t>
            </a:r>
            <a:r>
              <a:rPr sz="550" spc="5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C1C1C3"/>
                </a:solidFill>
                <a:latin typeface="Arial"/>
                <a:cs typeface="Arial"/>
              </a:rPr>
              <a:t>tmprovl.!'ment</a:t>
            </a:r>
            <a:endParaRPr sz="550">
              <a:latin typeface="Arial"/>
              <a:cs typeface="Arial"/>
            </a:endParaRPr>
          </a:p>
        </p:txBody>
      </p:sp>
      <p:sp>
        <p:nvSpPr>
          <p:cNvPr id="47" name="object 47"/>
          <p:cNvSpPr txBox="1"/>
          <p:nvPr/>
        </p:nvSpPr>
        <p:spPr>
          <a:xfrm>
            <a:off x="16322490" y="6204682"/>
            <a:ext cx="261620" cy="1628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7625">
              <a:lnSpc>
                <a:spcPts val="3130"/>
              </a:lnSpc>
              <a:spcBef>
                <a:spcPts val="95"/>
              </a:spcBef>
            </a:pPr>
            <a:r>
              <a:rPr sz="2950" spc="-1700" dirty="0">
                <a:solidFill>
                  <a:srgbClr val="4F3B2A"/>
                </a:solidFill>
                <a:latin typeface="Arial"/>
                <a:cs typeface="Arial"/>
              </a:rPr>
              <a:t>=</a:t>
            </a:r>
            <a:r>
              <a:rPr sz="3150" spc="-37" baseline="-18518" dirty="0">
                <a:solidFill>
                  <a:srgbClr val="797B82"/>
                </a:solidFill>
                <a:latin typeface="Arial"/>
                <a:cs typeface="Arial"/>
              </a:rPr>
              <a:t>•</a:t>
            </a:r>
            <a:endParaRPr sz="3150" baseline="-18518">
              <a:latin typeface="Arial"/>
              <a:cs typeface="Arial"/>
            </a:endParaRPr>
          </a:p>
          <a:p>
            <a:pPr marL="38100">
              <a:lnSpc>
                <a:spcPts val="4930"/>
              </a:lnSpc>
            </a:pPr>
            <a:r>
              <a:rPr sz="550" spc="-330" dirty="0">
                <a:solidFill>
                  <a:srgbClr val="BF603B"/>
                </a:solidFill>
                <a:latin typeface="Arial"/>
                <a:cs typeface="Arial"/>
              </a:rPr>
              <a:t>�</a:t>
            </a:r>
            <a:r>
              <a:rPr sz="6675" spc="-15" baseline="-16853" dirty="0">
                <a:solidFill>
                  <a:srgbClr val="DF597C"/>
                </a:solidFill>
                <a:latin typeface="Arial"/>
                <a:cs typeface="Arial"/>
              </a:rPr>
              <a:t>-</a:t>
            </a:r>
            <a:endParaRPr sz="6675" baseline="-16853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55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550">
              <a:latin typeface="Arial"/>
              <a:cs typeface="Arial"/>
            </a:endParaRPr>
          </a:p>
          <a:p>
            <a:pPr marL="57150">
              <a:lnSpc>
                <a:spcPct val="100000"/>
              </a:lnSpc>
            </a:pPr>
            <a:r>
              <a:rPr sz="2200" spc="20" dirty="0">
                <a:solidFill>
                  <a:srgbClr val="6E3F18"/>
                </a:solidFill>
                <a:latin typeface="Arial"/>
                <a:cs typeface="Arial"/>
              </a:rPr>
              <a:t>0</a:t>
            </a:r>
            <a:endParaRPr sz="2200">
              <a:latin typeface="Arial"/>
              <a:cs typeface="Arial"/>
            </a:endParaRPr>
          </a:p>
        </p:txBody>
      </p:sp>
      <p:sp>
        <p:nvSpPr>
          <p:cNvPr id="48" name="object 48"/>
          <p:cNvSpPr txBox="1"/>
          <p:nvPr/>
        </p:nvSpPr>
        <p:spPr>
          <a:xfrm>
            <a:off x="16644323" y="6336548"/>
            <a:ext cx="624205" cy="2914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5240">
              <a:lnSpc>
                <a:spcPct val="100000"/>
              </a:lnSpc>
              <a:spcBef>
                <a:spcPts val="375"/>
              </a:spcBef>
            </a:pPr>
            <a:r>
              <a:rPr sz="700" spc="-10" dirty="0">
                <a:solidFill>
                  <a:srgbClr val="4D4D54"/>
                </a:solidFill>
                <a:latin typeface="Arial"/>
                <a:cs typeface="Arial"/>
              </a:rPr>
              <a:t>Nil</a:t>
            </a:r>
            <a:r>
              <a:rPr sz="700" spc="13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4D4D54"/>
                </a:solidFill>
                <a:latin typeface="Arial"/>
                <a:cs typeface="Arial"/>
              </a:rPr>
              <a:t>Yeager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600" dirty="0">
                <a:solidFill>
                  <a:srgbClr val="C1C1C3"/>
                </a:solidFill>
                <a:latin typeface="Arial"/>
                <a:cs typeface="Arial"/>
              </a:rPr>
              <a:t>�</a:t>
            </a:r>
            <a:r>
              <a:rPr sz="600" spc="50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C1C1C3"/>
                </a:solidFill>
                <a:latin typeface="Arial"/>
                <a:cs typeface="Arial"/>
              </a:rPr>
              <a:t>0.-</a:t>
            </a: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..gn</a:t>
            </a:r>
            <a:r>
              <a:rPr sz="400" spc="-10" dirty="0">
                <a:solidFill>
                  <a:srgbClr val="C1C1C3"/>
                </a:solidFill>
                <a:latin typeface="Arial"/>
                <a:cs typeface="Arial"/>
              </a:rPr>
              <a:t>COUfC11</a:t>
            </a:r>
            <a:endParaRPr sz="400">
              <a:latin typeface="Arial"/>
              <a:cs typeface="Arial"/>
            </a:endParaRPr>
          </a:p>
        </p:txBody>
      </p:sp>
      <p:sp>
        <p:nvSpPr>
          <p:cNvPr id="49" name="object 49"/>
          <p:cNvSpPr txBox="1"/>
          <p:nvPr/>
        </p:nvSpPr>
        <p:spPr>
          <a:xfrm>
            <a:off x="18114137" y="6448806"/>
            <a:ext cx="30861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10" dirty="0">
                <a:solidFill>
                  <a:srgbClr val="797B82"/>
                </a:solidFill>
                <a:latin typeface="Arial"/>
                <a:cs typeface="Arial"/>
              </a:rPr>
              <a:t>covrse&amp;</a:t>
            </a:r>
            <a:endParaRPr sz="550">
              <a:latin typeface="Arial"/>
              <a:cs typeface="Arial"/>
            </a:endParaRPr>
          </a:p>
        </p:txBody>
      </p:sp>
      <p:sp>
        <p:nvSpPr>
          <p:cNvPr id="50" name="object 50"/>
          <p:cNvSpPr txBox="1"/>
          <p:nvPr/>
        </p:nvSpPr>
        <p:spPr>
          <a:xfrm>
            <a:off x="13989130" y="6759868"/>
            <a:ext cx="111125" cy="59182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33020">
              <a:lnSpc>
                <a:spcPct val="100000"/>
              </a:lnSpc>
              <a:spcBef>
                <a:spcPts val="125"/>
              </a:spcBef>
            </a:pPr>
            <a:r>
              <a:rPr sz="900" spc="-75" dirty="0">
                <a:solidFill>
                  <a:srgbClr val="C1C1C3"/>
                </a:solidFill>
                <a:latin typeface="Arial"/>
                <a:cs typeface="Arial"/>
              </a:rPr>
              <a:t>,</a:t>
            </a:r>
            <a:r>
              <a:rPr sz="2100" spc="-112" baseline="3968" dirty="0">
                <a:solidFill>
                  <a:srgbClr val="C1C1C3"/>
                </a:solidFill>
                <a:latin typeface="Arial"/>
                <a:cs typeface="Arial"/>
              </a:rPr>
              <a:t>'</a:t>
            </a:r>
            <a:r>
              <a:rPr sz="900" spc="-75" dirty="0">
                <a:solidFill>
                  <a:srgbClr val="C1C1C3"/>
                </a:solidFill>
                <a:latin typeface="Arial"/>
                <a:cs typeface="Arial"/>
              </a:rPr>
              <a:t>,</a:t>
            </a:r>
            <a:endParaRPr sz="900">
              <a:latin typeface="Arial"/>
              <a:cs typeface="Arial"/>
            </a:endParaRPr>
          </a:p>
          <a:p>
            <a:pPr marL="12700">
              <a:lnSpc>
                <a:spcPts val="815"/>
              </a:lnSpc>
              <a:spcBef>
                <a:spcPts val="880"/>
              </a:spcBef>
            </a:pPr>
            <a:r>
              <a:rPr sz="700" spc="-25" dirty="0">
                <a:solidFill>
                  <a:srgbClr val="C1C1C3"/>
                </a:solidFill>
                <a:latin typeface="Arial"/>
                <a:cs typeface="Arial"/>
              </a:rPr>
              <a:t>_,</a:t>
            </a:r>
            <a:endParaRPr sz="700">
              <a:latin typeface="Arial"/>
              <a:cs typeface="Arial"/>
            </a:endParaRPr>
          </a:p>
          <a:p>
            <a:pPr marL="33020">
              <a:lnSpc>
                <a:spcPts val="1055"/>
              </a:lnSpc>
            </a:pPr>
            <a:r>
              <a:rPr sz="900" spc="-25" dirty="0">
                <a:solidFill>
                  <a:srgbClr val="C1C1C3"/>
                </a:solidFill>
                <a:latin typeface="Arial"/>
                <a:cs typeface="Arial"/>
              </a:rPr>
              <a:t>,,</a:t>
            </a:r>
            <a:endParaRPr sz="900">
              <a:latin typeface="Arial"/>
              <a:cs typeface="Arial"/>
            </a:endParaRPr>
          </a:p>
        </p:txBody>
      </p:sp>
      <p:sp>
        <p:nvSpPr>
          <p:cNvPr id="51" name="object 51"/>
          <p:cNvSpPr txBox="1"/>
          <p:nvPr/>
        </p:nvSpPr>
        <p:spPr>
          <a:xfrm>
            <a:off x="11381392" y="6700018"/>
            <a:ext cx="252729" cy="1710689"/>
          </a:xfrm>
          <a:prstGeom prst="rect">
            <a:avLst/>
          </a:prstGeom>
        </p:spPr>
        <p:txBody>
          <a:bodyPr vert="horz" wrap="square" lIns="0" tIns="8255" rIns="0" bIns="0" rtlCol="0">
            <a:spAutoFit/>
          </a:bodyPr>
          <a:lstStyle/>
          <a:p>
            <a:pPr marL="12700" marR="5080" algn="just">
              <a:lnSpc>
                <a:spcPct val="127400"/>
              </a:lnSpc>
              <a:spcBef>
                <a:spcPts val="65"/>
              </a:spcBef>
            </a:pPr>
            <a:r>
              <a:rPr sz="2900" spc="-25" dirty="0">
                <a:solidFill>
                  <a:srgbClr val="EF416E"/>
                </a:solidFill>
                <a:latin typeface="Arial"/>
                <a:cs typeface="Arial"/>
              </a:rPr>
              <a:t>II </a:t>
            </a:r>
            <a:r>
              <a:rPr sz="2900" spc="-25" dirty="0">
                <a:solidFill>
                  <a:srgbClr val="59B8A8"/>
                </a:solidFill>
                <a:latin typeface="Arial"/>
                <a:cs typeface="Arial"/>
              </a:rPr>
              <a:t>II </a:t>
            </a:r>
            <a:r>
              <a:rPr sz="2900" spc="65" dirty="0">
                <a:solidFill>
                  <a:srgbClr val="0C95E6"/>
                </a:solidFill>
                <a:latin typeface="Arial"/>
                <a:cs typeface="Arial"/>
              </a:rPr>
              <a:t>II</a:t>
            </a:r>
            <a:endParaRPr sz="2900">
              <a:latin typeface="Arial"/>
              <a:cs typeface="Arial"/>
            </a:endParaRPr>
          </a:p>
        </p:txBody>
      </p:sp>
      <p:sp>
        <p:nvSpPr>
          <p:cNvPr id="52" name="object 52"/>
          <p:cNvSpPr txBox="1"/>
          <p:nvPr/>
        </p:nvSpPr>
        <p:spPr>
          <a:xfrm>
            <a:off x="11762938" y="6895671"/>
            <a:ext cx="478790" cy="2914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sz="700" spc="-10" dirty="0">
                <a:solidFill>
                  <a:srgbClr val="4D4D54"/>
                </a:solidFill>
                <a:latin typeface="Arial"/>
                <a:cs typeface="Arial"/>
              </a:rPr>
              <a:t>Marlcet</a:t>
            </a:r>
            <a:r>
              <a:rPr sz="700" spc="-10" dirty="0">
                <a:solidFill>
                  <a:srgbClr val="797B82"/>
                </a:solidFill>
                <a:latin typeface="Arial"/>
                <a:cs typeface="Arial"/>
              </a:rPr>
              <a:t>l</a:t>
            </a:r>
            <a:r>
              <a:rPr sz="700" spc="-10" dirty="0">
                <a:solidFill>
                  <a:srgbClr val="60626B"/>
                </a:solidFill>
                <a:latin typeface="Arial"/>
                <a:cs typeface="Arial"/>
              </a:rPr>
              <a:t>ng</a:t>
            </a:r>
            <a:endParaRPr sz="700">
              <a:latin typeface="Arial"/>
              <a:cs typeface="Arial"/>
            </a:endParaRPr>
          </a:p>
          <a:p>
            <a:pPr marL="17145">
              <a:lnSpc>
                <a:spcPct val="100000"/>
              </a:lnSpc>
              <a:spcBef>
                <a:spcPts val="254"/>
              </a:spcBef>
            </a:pP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25+courses</a:t>
            </a:r>
            <a:endParaRPr sz="600">
              <a:latin typeface="Arial"/>
              <a:cs typeface="Arial"/>
            </a:endParaRPr>
          </a:p>
        </p:txBody>
      </p:sp>
      <p:sp>
        <p:nvSpPr>
          <p:cNvPr id="53" name="object 53"/>
          <p:cNvSpPr txBox="1"/>
          <p:nvPr/>
        </p:nvSpPr>
        <p:spPr>
          <a:xfrm>
            <a:off x="16650850" y="6903546"/>
            <a:ext cx="628650" cy="2914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75"/>
              </a:spcBef>
            </a:pPr>
            <a:r>
              <a:rPr sz="700" spc="20" dirty="0">
                <a:solidFill>
                  <a:srgbClr val="4D4D54"/>
                </a:solidFill>
                <a:latin typeface="Arial"/>
                <a:cs typeface="Arial"/>
              </a:rPr>
              <a:t>Theron</a:t>
            </a:r>
            <a:r>
              <a:rPr sz="700" spc="-2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700" spc="-10" dirty="0">
                <a:solidFill>
                  <a:srgbClr val="60626B"/>
                </a:solidFill>
                <a:latin typeface="Arial"/>
                <a:cs typeface="Arial"/>
              </a:rPr>
              <a:t>Tr</a:t>
            </a:r>
            <a:r>
              <a:rPr sz="700" spc="-10" dirty="0">
                <a:solidFill>
                  <a:srgbClr val="343D4B"/>
                </a:solidFill>
                <a:latin typeface="Arial"/>
                <a:cs typeface="Arial"/>
              </a:rPr>
              <a:t>um</a:t>
            </a:r>
            <a:r>
              <a:rPr sz="700" spc="-10" dirty="0">
                <a:solidFill>
                  <a:srgbClr val="60626B"/>
                </a:solidFill>
                <a:latin typeface="Arial"/>
                <a:cs typeface="Arial"/>
              </a:rPr>
              <a:t>p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600" dirty="0">
                <a:solidFill>
                  <a:srgbClr val="C1C1C3"/>
                </a:solidFill>
                <a:latin typeface="Arial"/>
                <a:cs typeface="Arial"/>
              </a:rPr>
              <a:t>5</a:t>
            </a:r>
            <a:r>
              <a:rPr sz="600" spc="15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550" spc="50" dirty="0">
                <a:solidFill>
                  <a:srgbClr val="C1C1C3"/>
                </a:solidFill>
                <a:latin typeface="Times New Roman"/>
                <a:cs typeface="Times New Roman"/>
              </a:rPr>
              <a:t>DeMgn</a:t>
            </a:r>
            <a:r>
              <a:rPr sz="550" spc="-75" dirty="0">
                <a:solidFill>
                  <a:srgbClr val="C1C1C3"/>
                </a:solidFill>
                <a:latin typeface="Times New Roman"/>
                <a:cs typeface="Times New Roman"/>
              </a:rPr>
              <a:t> </a:t>
            </a: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Coutse</a:t>
            </a:r>
            <a:endParaRPr sz="600">
              <a:latin typeface="Arial"/>
              <a:cs typeface="Arial"/>
            </a:endParaRPr>
          </a:p>
        </p:txBody>
      </p:sp>
      <p:sp>
        <p:nvSpPr>
          <p:cNvPr id="54" name="object 54"/>
          <p:cNvSpPr txBox="1"/>
          <p:nvPr/>
        </p:nvSpPr>
        <p:spPr>
          <a:xfrm>
            <a:off x="13469573" y="7000055"/>
            <a:ext cx="4699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50" dirty="0">
                <a:solidFill>
                  <a:srgbClr val="797B82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55" name="object 55"/>
          <p:cNvSpPr txBox="1"/>
          <p:nvPr/>
        </p:nvSpPr>
        <p:spPr>
          <a:xfrm>
            <a:off x="18114137" y="7015805"/>
            <a:ext cx="31115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10" dirty="0">
                <a:solidFill>
                  <a:srgbClr val="797B82"/>
                </a:solidFill>
                <a:latin typeface="Arial"/>
                <a:cs typeface="Arial"/>
              </a:rPr>
              <a:t>courses</a:t>
            </a:r>
            <a:endParaRPr sz="550">
              <a:latin typeface="Arial"/>
              <a:cs typeface="Arial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14286653" y="7086680"/>
            <a:ext cx="536575" cy="134620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  <a:tabLst>
                <a:tab pos="523240" algn="l"/>
              </a:tabLst>
            </a:pPr>
            <a:r>
              <a:rPr sz="700" u="sng" dirty="0">
                <a:solidFill>
                  <a:srgbClr val="C1C1C3"/>
                </a:solidFill>
                <a:uFill>
                  <a:solidFill>
                    <a:srgbClr val="000000"/>
                  </a:solidFill>
                </a:uFill>
                <a:latin typeface="Arial"/>
                <a:cs typeface="Arial"/>
              </a:rPr>
              <a:t>	</a:t>
            </a:r>
            <a:endParaRPr sz="700">
              <a:latin typeface="Arial"/>
              <a:cs typeface="Arial"/>
            </a:endParaRPr>
          </a:p>
        </p:txBody>
      </p:sp>
      <p:sp>
        <p:nvSpPr>
          <p:cNvPr id="57" name="object 57"/>
          <p:cNvSpPr txBox="1"/>
          <p:nvPr/>
        </p:nvSpPr>
        <p:spPr>
          <a:xfrm>
            <a:off x="14119618" y="7378054"/>
            <a:ext cx="52705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50" dirty="0">
                <a:solidFill>
                  <a:srgbClr val="C1C1C3"/>
                </a:solidFill>
                <a:latin typeface="Times New Roman"/>
                <a:cs typeface="Times New Roman"/>
              </a:rPr>
              <a:t>I</a:t>
            </a:r>
            <a:endParaRPr sz="550">
              <a:latin typeface="Times New Roman"/>
              <a:cs typeface="Times New Roman"/>
            </a:endParaRPr>
          </a:p>
        </p:txBody>
      </p:sp>
      <p:sp>
        <p:nvSpPr>
          <p:cNvPr id="58" name="object 58"/>
          <p:cNvSpPr txBox="1"/>
          <p:nvPr/>
        </p:nvSpPr>
        <p:spPr>
          <a:xfrm>
            <a:off x="14435118" y="7342616"/>
            <a:ext cx="66675" cy="2622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550" spc="-50" dirty="0">
                <a:solidFill>
                  <a:srgbClr val="C1C1C3"/>
                </a:solidFill>
                <a:latin typeface="Arial"/>
                <a:cs typeface="Arial"/>
              </a:rPr>
              <a:t>'</a:t>
            </a:r>
            <a:endParaRPr sz="1550">
              <a:latin typeface="Arial"/>
              <a:cs typeface="Arial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14781907" y="7334742"/>
            <a:ext cx="150495" cy="243204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400" dirty="0">
                <a:solidFill>
                  <a:srgbClr val="C1C1C3"/>
                </a:solidFill>
                <a:latin typeface="Arial"/>
                <a:cs typeface="Arial"/>
              </a:rPr>
              <a:t>'</a:t>
            </a:r>
            <a:r>
              <a:rPr sz="1400" spc="-85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1050" spc="-50" dirty="0">
                <a:solidFill>
                  <a:srgbClr val="C1C1C3"/>
                </a:solidFill>
                <a:latin typeface="Arial"/>
                <a:cs typeface="Arial"/>
              </a:rPr>
              <a:t>"</a:t>
            </a:r>
            <a:endParaRPr sz="1050">
              <a:latin typeface="Arial"/>
              <a:cs typeface="Arial"/>
            </a:endParaRPr>
          </a:p>
        </p:txBody>
      </p:sp>
      <p:sp>
        <p:nvSpPr>
          <p:cNvPr id="60" name="object 60"/>
          <p:cNvSpPr txBox="1"/>
          <p:nvPr/>
        </p:nvSpPr>
        <p:spPr>
          <a:xfrm>
            <a:off x="15833532" y="7354429"/>
            <a:ext cx="81915" cy="2197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1250" spc="-50" dirty="0">
                <a:solidFill>
                  <a:srgbClr val="C1C1C3"/>
                </a:solidFill>
                <a:latin typeface="Times New Roman"/>
                <a:cs typeface="Times New Roman"/>
              </a:rPr>
              <a:t>"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61" name="object 61"/>
          <p:cNvSpPr txBox="1"/>
          <p:nvPr/>
        </p:nvSpPr>
        <p:spPr>
          <a:xfrm>
            <a:off x="11766354" y="7456141"/>
            <a:ext cx="442595" cy="29718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4604">
              <a:lnSpc>
                <a:spcPct val="100000"/>
              </a:lnSpc>
              <a:spcBef>
                <a:spcPts val="425"/>
              </a:spcBef>
            </a:pPr>
            <a:r>
              <a:rPr sz="700" spc="-25" dirty="0">
                <a:solidFill>
                  <a:srgbClr val="4D4D54"/>
                </a:solidFill>
                <a:latin typeface="Arial"/>
                <a:cs typeface="Arial"/>
              </a:rPr>
              <a:t>Web</a:t>
            </a:r>
            <a:r>
              <a:rPr sz="700" spc="11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D4D54"/>
                </a:solidFill>
                <a:latin typeface="Arial"/>
                <a:cs typeface="Arial"/>
              </a:rPr>
              <a:t>Dev.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5"/>
              </a:spcBef>
            </a:pPr>
            <a:r>
              <a:rPr sz="550" spc="45" dirty="0">
                <a:solidFill>
                  <a:srgbClr val="C1C1C3"/>
                </a:solidFill>
                <a:latin typeface="Arial"/>
                <a:cs typeface="Arial"/>
              </a:rPr>
              <a:t>'30+Cow�</a:t>
            </a:r>
            <a:endParaRPr sz="550">
              <a:latin typeface="Arial"/>
              <a:cs typeface="Arial"/>
            </a:endParaRPr>
          </a:p>
        </p:txBody>
      </p:sp>
      <p:sp>
        <p:nvSpPr>
          <p:cNvPr id="62" name="object 62"/>
          <p:cNvSpPr txBox="1"/>
          <p:nvPr/>
        </p:nvSpPr>
        <p:spPr>
          <a:xfrm>
            <a:off x="16650850" y="7470547"/>
            <a:ext cx="609600" cy="291465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375"/>
              </a:spcBef>
            </a:pPr>
            <a:r>
              <a:rPr sz="700" dirty="0">
                <a:solidFill>
                  <a:srgbClr val="4D4D54"/>
                </a:solidFill>
                <a:latin typeface="Arial"/>
                <a:cs typeface="Arial"/>
              </a:rPr>
              <a:t>Tyle</a:t>
            </a:r>
            <a:r>
              <a:rPr sz="700" dirty="0">
                <a:solidFill>
                  <a:srgbClr val="797B82"/>
                </a:solidFill>
                <a:latin typeface="Arial"/>
                <a:cs typeface="Arial"/>
              </a:rPr>
              <a:t>r</a:t>
            </a:r>
            <a:r>
              <a:rPr sz="700" spc="55" dirty="0">
                <a:solidFill>
                  <a:srgbClr val="797B82"/>
                </a:solidFill>
                <a:latin typeface="Arial"/>
                <a:cs typeface="Arial"/>
              </a:rPr>
              <a:t> </a:t>
            </a:r>
            <a:r>
              <a:rPr sz="700" spc="-20" dirty="0">
                <a:solidFill>
                  <a:srgbClr val="4D4D54"/>
                </a:solidFill>
                <a:latin typeface="Arial"/>
                <a:cs typeface="Arial"/>
              </a:rPr>
              <a:t>Mark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54"/>
              </a:spcBef>
            </a:pPr>
            <a:r>
              <a:rPr sz="600" dirty="0">
                <a:solidFill>
                  <a:srgbClr val="C1C1C3"/>
                </a:solidFill>
                <a:latin typeface="Arial"/>
                <a:cs typeface="Arial"/>
              </a:rPr>
              <a:t>5 </a:t>
            </a:r>
            <a:r>
              <a:rPr sz="550" spc="-10" dirty="0">
                <a:solidFill>
                  <a:srgbClr val="C1C1C3"/>
                </a:solidFill>
                <a:latin typeface="Arial"/>
                <a:cs typeface="Arial"/>
              </a:rPr>
              <a:t>oe1-1gn</a:t>
            </a: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Cour.e</a:t>
            </a:r>
            <a:endParaRPr sz="600">
              <a:latin typeface="Arial"/>
              <a:cs typeface="Arial"/>
            </a:endParaRPr>
          </a:p>
        </p:txBody>
      </p:sp>
      <p:sp>
        <p:nvSpPr>
          <p:cNvPr id="63" name="object 63"/>
          <p:cNvSpPr txBox="1"/>
          <p:nvPr/>
        </p:nvSpPr>
        <p:spPr>
          <a:xfrm>
            <a:off x="12868743" y="7527678"/>
            <a:ext cx="31940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4460" indent="-111760">
              <a:lnSpc>
                <a:spcPct val="100000"/>
              </a:lnSpc>
              <a:spcBef>
                <a:spcPts val="135"/>
              </a:spcBef>
              <a:buSzPct val="181250"/>
              <a:buFont typeface="Arial"/>
              <a:buChar char="•"/>
              <a:tabLst>
                <a:tab pos="124460" algn="l"/>
              </a:tabLst>
            </a:pPr>
            <a:r>
              <a:rPr sz="800" dirty="0">
                <a:solidFill>
                  <a:srgbClr val="9AC6C6"/>
                </a:solidFill>
                <a:latin typeface="Times New Roman"/>
                <a:cs typeface="Times New Roman"/>
              </a:rPr>
              <a:t>.c</a:t>
            </a:r>
            <a:r>
              <a:rPr sz="800" spc="45" dirty="0">
                <a:solidFill>
                  <a:srgbClr val="9AC6C6"/>
                </a:solidFill>
                <a:latin typeface="Times New Roman"/>
                <a:cs typeface="Times New Roman"/>
              </a:rPr>
              <a:t> </a:t>
            </a:r>
            <a:r>
              <a:rPr sz="800" spc="-25" dirty="0">
                <a:solidFill>
                  <a:srgbClr val="9AC6C6"/>
                </a:solidFill>
                <a:latin typeface="Times New Roman"/>
                <a:cs typeface="Times New Roman"/>
              </a:rPr>
              <a:t>...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4" name="object 64"/>
          <p:cNvSpPr txBox="1"/>
          <p:nvPr/>
        </p:nvSpPr>
        <p:spPr>
          <a:xfrm>
            <a:off x="13649554" y="7527678"/>
            <a:ext cx="117475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  <a:tabLst>
                <a:tab pos="1161415" algn="l"/>
              </a:tabLst>
            </a:pPr>
            <a:r>
              <a:rPr sz="800" u="sng" dirty="0">
                <a:solidFill>
                  <a:srgbClr val="9AC6C6"/>
                </a:solidFill>
                <a:uFill>
                  <a:solidFill>
                    <a:srgbClr val="000000"/>
                  </a:solidFill>
                </a:uFill>
                <a:latin typeface="Times New Roman"/>
                <a:cs typeface="Times New Roman"/>
              </a:rPr>
              <a:t>	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5" name="object 65"/>
          <p:cNvSpPr txBox="1"/>
          <p:nvPr/>
        </p:nvSpPr>
        <p:spPr>
          <a:xfrm>
            <a:off x="18114137" y="7574929"/>
            <a:ext cx="30099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10" dirty="0">
                <a:solidFill>
                  <a:srgbClr val="9195A3"/>
                </a:solidFill>
                <a:latin typeface="Arial"/>
                <a:cs typeface="Arial"/>
              </a:rPr>
              <a:t>c</a:t>
            </a:r>
            <a:r>
              <a:rPr sz="550" spc="-10" dirty="0">
                <a:solidFill>
                  <a:srgbClr val="797B82"/>
                </a:solidFill>
                <a:latin typeface="Arial"/>
                <a:cs typeface="Arial"/>
              </a:rPr>
              <a:t>ourse</a:t>
            </a:r>
            <a:r>
              <a:rPr sz="550" spc="-10" dirty="0">
                <a:solidFill>
                  <a:srgbClr val="60626B"/>
                </a:solidFill>
                <a:latin typeface="Arial"/>
                <a:cs typeface="Arial"/>
              </a:rPr>
              <a:t>s</a:t>
            </a:r>
            <a:endParaRPr sz="550">
              <a:latin typeface="Arial"/>
              <a:cs typeface="Arial"/>
            </a:endParaRPr>
          </a:p>
        </p:txBody>
      </p:sp>
      <p:sp>
        <p:nvSpPr>
          <p:cNvPr id="66" name="object 66"/>
          <p:cNvSpPr txBox="1"/>
          <p:nvPr/>
        </p:nvSpPr>
        <p:spPr>
          <a:xfrm>
            <a:off x="13797112" y="7783615"/>
            <a:ext cx="53975" cy="14859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800" spc="-50" dirty="0">
                <a:solidFill>
                  <a:srgbClr val="EDDF85"/>
                </a:solidFill>
                <a:latin typeface="Times New Roman"/>
                <a:cs typeface="Times New Roman"/>
              </a:rPr>
              <a:t>,</a:t>
            </a:r>
            <a:endParaRPr sz="800">
              <a:latin typeface="Times New Roman"/>
              <a:cs typeface="Times New Roman"/>
            </a:endParaRPr>
          </a:p>
        </p:txBody>
      </p:sp>
      <p:sp>
        <p:nvSpPr>
          <p:cNvPr id="67" name="object 67"/>
          <p:cNvSpPr txBox="1"/>
          <p:nvPr/>
        </p:nvSpPr>
        <p:spPr>
          <a:xfrm>
            <a:off x="11762640" y="8017345"/>
            <a:ext cx="608965" cy="295910"/>
          </a:xfrm>
          <a:prstGeom prst="rect">
            <a:avLst/>
          </a:prstGeom>
        </p:spPr>
        <p:txBody>
          <a:bodyPr vert="horz" wrap="square" lIns="0" tIns="4572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sz="750" spc="-10" dirty="0">
                <a:solidFill>
                  <a:srgbClr val="4D4D54"/>
                </a:solidFill>
                <a:latin typeface="Arial"/>
                <a:cs typeface="Arial"/>
              </a:rPr>
              <a:t>Mathematics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244"/>
              </a:spcBef>
            </a:pP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!50+</a:t>
            </a:r>
            <a:r>
              <a:rPr sz="600" spc="-80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600" spc="-10" dirty="0">
                <a:solidFill>
                  <a:srgbClr val="C1C1C3"/>
                </a:solidFill>
                <a:latin typeface="Arial"/>
                <a:cs typeface="Arial"/>
              </a:rPr>
              <a:t>Course&amp;</a:t>
            </a:r>
            <a:endParaRPr sz="600">
              <a:latin typeface="Arial"/>
              <a:cs typeface="Arial"/>
            </a:endParaRPr>
          </a:p>
        </p:txBody>
      </p:sp>
      <p:sp>
        <p:nvSpPr>
          <p:cNvPr id="68" name="object 68"/>
          <p:cNvSpPr txBox="1"/>
          <p:nvPr/>
        </p:nvSpPr>
        <p:spPr>
          <a:xfrm>
            <a:off x="13469573" y="8126176"/>
            <a:ext cx="4826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50" dirty="0">
                <a:solidFill>
                  <a:srgbClr val="797B82"/>
                </a:solidFill>
                <a:latin typeface="Arial"/>
                <a:cs typeface="Arial"/>
              </a:rPr>
              <a:t>I</a:t>
            </a:r>
            <a:endParaRPr sz="550">
              <a:latin typeface="Arial"/>
              <a:cs typeface="Arial"/>
            </a:endParaRPr>
          </a:p>
        </p:txBody>
      </p:sp>
      <p:sp>
        <p:nvSpPr>
          <p:cNvPr id="69" name="object 69"/>
          <p:cNvSpPr txBox="1"/>
          <p:nvPr/>
        </p:nvSpPr>
        <p:spPr>
          <a:xfrm>
            <a:off x="16347890" y="8092532"/>
            <a:ext cx="182880" cy="250825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340"/>
              </a:spcBef>
            </a:pPr>
            <a:r>
              <a:rPr sz="550" spc="35" dirty="0">
                <a:solidFill>
                  <a:srgbClr val="8C4D2F"/>
                </a:solidFill>
                <a:latin typeface="Arial"/>
                <a:cs typeface="Arial"/>
              </a:rPr>
              <a:t>�</a:t>
            </a:r>
            <a:endParaRPr sz="550">
              <a:latin typeface="Arial"/>
              <a:cs typeface="Arial"/>
            </a:endParaRPr>
          </a:p>
          <a:p>
            <a:pPr marL="39370">
              <a:lnSpc>
                <a:spcPct val="100000"/>
              </a:lnSpc>
              <a:spcBef>
                <a:spcPts val="210"/>
              </a:spcBef>
            </a:pPr>
            <a:r>
              <a:rPr sz="550" spc="-35" dirty="0">
                <a:solidFill>
                  <a:srgbClr val="5E6B34"/>
                </a:solidFill>
                <a:latin typeface="Arial"/>
                <a:cs typeface="Arial"/>
              </a:rPr>
              <a:t>•</a:t>
            </a:r>
            <a:r>
              <a:rPr sz="550" spc="-35" dirty="0">
                <a:solidFill>
                  <a:srgbClr val="ACAE56"/>
                </a:solidFill>
                <a:latin typeface="Arial"/>
                <a:cs typeface="Arial"/>
              </a:rPr>
              <a:t>-</a:t>
            </a:r>
            <a:r>
              <a:rPr sz="550" spc="-20" dirty="0">
                <a:solidFill>
                  <a:srgbClr val="ACAE56"/>
                </a:solidFill>
                <a:latin typeface="Arial"/>
                <a:cs typeface="Arial"/>
              </a:rPr>
              <a:t>lo(</a:t>
            </a:r>
            <a:r>
              <a:rPr sz="550" spc="-20" dirty="0">
                <a:solidFill>
                  <a:srgbClr val="5E6B34"/>
                </a:solidFill>
                <a:latin typeface="Arial"/>
                <a:cs typeface="Arial"/>
              </a:rPr>
              <a:t>•</a:t>
            </a:r>
            <a:endParaRPr sz="550">
              <a:latin typeface="Arial"/>
              <a:cs typeface="Arial"/>
            </a:endParaRPr>
          </a:p>
        </p:txBody>
      </p:sp>
      <p:sp>
        <p:nvSpPr>
          <p:cNvPr id="70" name="object 70"/>
          <p:cNvSpPr txBox="1"/>
          <p:nvPr/>
        </p:nvSpPr>
        <p:spPr>
          <a:xfrm>
            <a:off x="16651014" y="8005732"/>
            <a:ext cx="605790" cy="31496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3335">
              <a:lnSpc>
                <a:spcPct val="100000"/>
              </a:lnSpc>
              <a:spcBef>
                <a:spcPts val="500"/>
              </a:spcBef>
            </a:pPr>
            <a:r>
              <a:rPr sz="700" spc="45" dirty="0">
                <a:solidFill>
                  <a:srgbClr val="4D4D54"/>
                </a:solidFill>
                <a:latin typeface="Arial"/>
                <a:cs typeface="Arial"/>
              </a:rPr>
              <a:t>Jo</a:t>
            </a:r>
            <a:r>
              <a:rPr sz="700" spc="45" dirty="0">
                <a:solidFill>
                  <a:srgbClr val="797B82"/>
                </a:solidFill>
                <a:latin typeface="Arial"/>
                <a:cs typeface="Arial"/>
              </a:rPr>
              <a:t>h</a:t>
            </a:r>
            <a:r>
              <a:rPr sz="700" spc="45" dirty="0">
                <a:solidFill>
                  <a:srgbClr val="60626B"/>
                </a:solidFill>
                <a:latin typeface="Arial"/>
                <a:cs typeface="Arial"/>
              </a:rPr>
              <a:t>enMark</a:t>
            </a:r>
            <a:endParaRPr sz="7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65"/>
              </a:spcBef>
            </a:pPr>
            <a:r>
              <a:rPr sz="550" dirty="0">
                <a:solidFill>
                  <a:srgbClr val="C1C1C3"/>
                </a:solidFill>
                <a:latin typeface="Arial"/>
                <a:cs typeface="Arial"/>
              </a:rPr>
              <a:t>5</a:t>
            </a:r>
            <a:r>
              <a:rPr sz="550" spc="25" dirty="0">
                <a:solidFill>
                  <a:srgbClr val="C1C1C3"/>
                </a:solidFill>
                <a:latin typeface="Arial"/>
                <a:cs typeface="Arial"/>
              </a:rPr>
              <a:t> </a:t>
            </a:r>
            <a:r>
              <a:rPr sz="550" spc="-10" dirty="0">
                <a:solidFill>
                  <a:srgbClr val="C1C1C3"/>
                </a:solidFill>
                <a:latin typeface="Arial"/>
                <a:cs typeface="Arial"/>
              </a:rPr>
              <a:t>ues.ignCouJse</a:t>
            </a:r>
            <a:endParaRPr sz="550">
              <a:latin typeface="Arial"/>
              <a:cs typeface="Arial"/>
            </a:endParaRPr>
          </a:p>
        </p:txBody>
      </p:sp>
      <p:sp>
        <p:nvSpPr>
          <p:cNvPr id="71" name="object 71"/>
          <p:cNvSpPr txBox="1"/>
          <p:nvPr/>
        </p:nvSpPr>
        <p:spPr>
          <a:xfrm>
            <a:off x="12876093" y="8141927"/>
            <a:ext cx="473075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50" spc="-10" dirty="0">
                <a:solidFill>
                  <a:srgbClr val="83BAD1"/>
                </a:solidFill>
                <a:latin typeface="Arial"/>
                <a:cs typeface="Arial"/>
              </a:rPr>
              <a:t>'Y�NCDL'�l!S</a:t>
            </a:r>
            <a:endParaRPr sz="450">
              <a:latin typeface="Arial"/>
              <a:cs typeface="Arial"/>
            </a:endParaRPr>
          </a:p>
        </p:txBody>
      </p:sp>
      <p:sp>
        <p:nvSpPr>
          <p:cNvPr id="72" name="object 72"/>
          <p:cNvSpPr txBox="1"/>
          <p:nvPr/>
        </p:nvSpPr>
        <p:spPr>
          <a:xfrm>
            <a:off x="18114137" y="8126176"/>
            <a:ext cx="300990" cy="115570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40"/>
              </a:spcBef>
            </a:pPr>
            <a:r>
              <a:rPr sz="550" spc="-10" dirty="0">
                <a:solidFill>
                  <a:srgbClr val="9195A3"/>
                </a:solidFill>
                <a:latin typeface="Arial"/>
                <a:cs typeface="Arial"/>
              </a:rPr>
              <a:t>c</a:t>
            </a:r>
            <a:r>
              <a:rPr sz="550" spc="-10" dirty="0">
                <a:solidFill>
                  <a:srgbClr val="797B82"/>
                </a:solidFill>
                <a:latin typeface="Arial"/>
                <a:cs typeface="Arial"/>
              </a:rPr>
              <a:t>ourses</a:t>
            </a:r>
            <a:endParaRPr sz="550">
              <a:latin typeface="Arial"/>
              <a:cs typeface="Arial"/>
            </a:endParaRPr>
          </a:p>
        </p:txBody>
      </p:sp>
      <p:sp>
        <p:nvSpPr>
          <p:cNvPr id="73" name="object 73"/>
          <p:cNvSpPr txBox="1"/>
          <p:nvPr/>
        </p:nvSpPr>
        <p:spPr>
          <a:xfrm>
            <a:off x="17549990" y="3542940"/>
            <a:ext cx="1119505" cy="2476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50" b="1" spc="-10" dirty="0">
                <a:solidFill>
                  <a:srgbClr val="7064C8"/>
                </a:solidFill>
                <a:latin typeface="Arial"/>
                <a:cs typeface="Arial"/>
              </a:rPr>
              <a:t>C</a:t>
            </a:r>
            <a:r>
              <a:rPr sz="1450" b="1" spc="-10" dirty="0">
                <a:solidFill>
                  <a:srgbClr val="DF597C"/>
                </a:solidFill>
                <a:latin typeface="Arial"/>
                <a:cs typeface="Arial"/>
              </a:rPr>
              <a:t>·</a:t>
            </a:r>
            <a:r>
              <a:rPr sz="1450" b="1" spc="-10" dirty="0">
                <a:solidFill>
                  <a:srgbClr val="2887C3"/>
                </a:solidFill>
                <a:latin typeface="Arial"/>
                <a:cs typeface="Arial"/>
              </a:rPr>
              <a:t>·</a:t>
            </a:r>
            <a:r>
              <a:rPr sz="1450" b="1" spc="-10" dirty="0">
                <a:solidFill>
                  <a:srgbClr val="0C95E6"/>
                </a:solidFill>
                <a:latin typeface="Arial"/>
                <a:cs typeface="Arial"/>
              </a:rPr>
              <a:t>Edul</a:t>
            </a:r>
            <a:r>
              <a:rPr sz="1450" b="1" spc="-10" dirty="0">
                <a:solidFill>
                  <a:srgbClr val="319ED6"/>
                </a:solidFill>
                <a:latin typeface="Arial"/>
                <a:cs typeface="Arial"/>
              </a:rPr>
              <a:t>e</a:t>
            </a:r>
            <a:r>
              <a:rPr sz="1450" b="1" spc="-10" dirty="0">
                <a:solidFill>
                  <a:srgbClr val="0C95E6"/>
                </a:solidFill>
                <a:latin typeface="Arial"/>
                <a:cs typeface="Arial"/>
              </a:rPr>
              <a:t>arn</a:t>
            </a:r>
            <a:endParaRPr sz="1450">
              <a:latin typeface="Arial"/>
              <a:cs typeface="Arial"/>
            </a:endParaRPr>
          </a:p>
        </p:txBody>
      </p:sp>
      <p:sp>
        <p:nvSpPr>
          <p:cNvPr id="74" name="object 74"/>
          <p:cNvSpPr txBox="1"/>
          <p:nvPr/>
        </p:nvSpPr>
        <p:spPr>
          <a:xfrm>
            <a:off x="17053324" y="4208376"/>
            <a:ext cx="10033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z="600" u="sng" spc="-80" dirty="0">
                <a:solidFill>
                  <a:srgbClr val="917095"/>
                </a:solidFill>
                <a:uFill>
                  <a:solidFill>
                    <a:srgbClr val="D399A8"/>
                  </a:solidFill>
                </a:uFill>
                <a:latin typeface="Arial"/>
                <a:cs typeface="Arial"/>
              </a:rPr>
              <a:t>�</a:t>
            </a:r>
            <a:r>
              <a:rPr sz="600" u="sng" spc="-80" dirty="0">
                <a:solidFill>
                  <a:srgbClr val="D399A8"/>
                </a:solidFill>
                <a:uFill>
                  <a:solidFill>
                    <a:srgbClr val="D399A8"/>
                  </a:solidFill>
                </a:uFill>
                <a:latin typeface="Arial"/>
                <a:cs typeface="Arial"/>
              </a:rPr>
              <a:t>-</a:t>
            </a:r>
            <a:endParaRPr sz="600">
              <a:latin typeface="Arial"/>
              <a:cs typeface="Arial"/>
            </a:endParaRPr>
          </a:p>
        </p:txBody>
      </p:sp>
      <p:sp>
        <p:nvSpPr>
          <p:cNvPr id="75" name="object 75"/>
          <p:cNvSpPr txBox="1"/>
          <p:nvPr/>
        </p:nvSpPr>
        <p:spPr>
          <a:xfrm>
            <a:off x="17322254" y="4208376"/>
            <a:ext cx="1234440" cy="120014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20"/>
              </a:spcBef>
              <a:tabLst>
                <a:tab pos="1058545" algn="l"/>
              </a:tabLst>
            </a:pPr>
            <a:r>
              <a:rPr sz="600" dirty="0">
                <a:solidFill>
                  <a:srgbClr val="54A1C8"/>
                </a:solidFill>
                <a:latin typeface="Arial"/>
                <a:cs typeface="Arial"/>
              </a:rPr>
              <a:t>,.</a:t>
            </a:r>
            <a:r>
              <a:rPr sz="600" spc="120" dirty="0">
                <a:solidFill>
                  <a:srgbClr val="54A1C8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54A1C8"/>
                </a:solidFill>
                <a:latin typeface="Arial"/>
                <a:cs typeface="Arial"/>
              </a:rPr>
              <a:t>""</a:t>
            </a:r>
            <a:r>
              <a:rPr sz="600" spc="300" dirty="0">
                <a:solidFill>
                  <a:srgbClr val="54A1C8"/>
                </a:solidFill>
                <a:latin typeface="Arial"/>
                <a:cs typeface="Arial"/>
              </a:rPr>
              <a:t>  </a:t>
            </a:r>
            <a:r>
              <a:rPr sz="600" spc="-10" dirty="0">
                <a:solidFill>
                  <a:srgbClr val="60626B"/>
                </a:solidFill>
                <a:latin typeface="Arial"/>
                <a:cs typeface="Arial"/>
              </a:rPr>
              <a:t>Nil</a:t>
            </a:r>
            <a:r>
              <a:rPr sz="600" spc="130" dirty="0">
                <a:solidFill>
                  <a:srgbClr val="60626B"/>
                </a:solidFill>
                <a:latin typeface="Arial"/>
                <a:cs typeface="Arial"/>
              </a:rPr>
              <a:t> </a:t>
            </a:r>
            <a:r>
              <a:rPr sz="600" dirty="0">
                <a:solidFill>
                  <a:srgbClr val="60626B"/>
                </a:solidFill>
                <a:latin typeface="Arial"/>
                <a:cs typeface="Arial"/>
              </a:rPr>
              <a:t>Yeager</a:t>
            </a:r>
            <a:r>
              <a:rPr sz="600" spc="240" dirty="0">
                <a:solidFill>
                  <a:srgbClr val="60626B"/>
                </a:solidFill>
                <a:latin typeface="Arial"/>
                <a:cs typeface="Arial"/>
              </a:rPr>
              <a:t>  </a:t>
            </a:r>
            <a:r>
              <a:rPr sz="600" spc="40" dirty="0">
                <a:solidFill>
                  <a:srgbClr val="8C4D2F"/>
                </a:solidFill>
                <a:latin typeface="Arial"/>
                <a:cs typeface="Arial"/>
              </a:rPr>
              <a:t>�</a:t>
            </a:r>
            <a:r>
              <a:rPr sz="600" dirty="0">
                <a:solidFill>
                  <a:srgbClr val="8C4D2F"/>
                </a:solidFill>
                <a:latin typeface="Arial"/>
                <a:cs typeface="Arial"/>
              </a:rPr>
              <a:t>	</a:t>
            </a:r>
            <a:r>
              <a:rPr sz="600" spc="-35" dirty="0">
                <a:solidFill>
                  <a:srgbClr val="54A1C8"/>
                </a:solidFill>
                <a:latin typeface="Arial"/>
                <a:cs typeface="Arial"/>
              </a:rPr>
              <a:t>1</a:t>
            </a:r>
            <a:r>
              <a:rPr sz="600" spc="-35" dirty="0">
                <a:solidFill>
                  <a:srgbClr val="46B5EB"/>
                </a:solidFill>
                <a:latin typeface="Arial"/>
                <a:cs typeface="Arial"/>
              </a:rPr>
              <a:t>J.</a:t>
            </a:r>
            <a:r>
              <a:rPr sz="900" spc="-52" baseline="-41666" dirty="0">
                <a:solidFill>
                  <a:srgbClr val="46B5EB"/>
                </a:solidFill>
                <a:latin typeface="Arial"/>
                <a:cs typeface="Arial"/>
              </a:rPr>
              <a:t>1</a:t>
            </a:r>
            <a:r>
              <a:rPr sz="600" spc="-35" dirty="0">
                <a:solidFill>
                  <a:srgbClr val="46B5EB"/>
                </a:solidFill>
                <a:latin typeface="Arial"/>
                <a:cs typeface="Arial"/>
              </a:rPr>
              <a:t>1</a:t>
            </a:r>
            <a:endParaRPr sz="600">
              <a:latin typeface="Arial"/>
              <a:cs typeface="Arial"/>
            </a:endParaRPr>
          </a:p>
        </p:txBody>
      </p:sp>
      <p:sp>
        <p:nvSpPr>
          <p:cNvPr id="76" name="object 76"/>
          <p:cNvSpPr txBox="1"/>
          <p:nvPr/>
        </p:nvSpPr>
        <p:spPr>
          <a:xfrm>
            <a:off x="17349058" y="4291062"/>
            <a:ext cx="153670" cy="9652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400" dirty="0">
                <a:solidFill>
                  <a:srgbClr val="54A1C8"/>
                </a:solidFill>
                <a:latin typeface="Arial"/>
                <a:cs typeface="Arial"/>
              </a:rPr>
              <a:t>I.</a:t>
            </a:r>
            <a:r>
              <a:rPr sz="400" spc="290" dirty="0">
                <a:solidFill>
                  <a:srgbClr val="54A1C8"/>
                </a:solidFill>
                <a:latin typeface="Arial"/>
                <a:cs typeface="Arial"/>
              </a:rPr>
              <a:t> </a:t>
            </a:r>
            <a:r>
              <a:rPr sz="450" i="1" spc="-25" dirty="0">
                <a:solidFill>
                  <a:srgbClr val="54A1C8"/>
                </a:solidFill>
                <a:latin typeface="Arial"/>
                <a:cs typeface="Arial"/>
              </a:rPr>
              <a:t>.J</a:t>
            </a:r>
            <a:endParaRPr sz="450">
              <a:latin typeface="Arial"/>
              <a:cs typeface="Arial"/>
            </a:endParaRPr>
          </a:p>
        </p:txBody>
      </p:sp>
      <p:sp>
        <p:nvSpPr>
          <p:cNvPr id="77" name="object 77"/>
          <p:cNvSpPr txBox="1"/>
          <p:nvPr/>
        </p:nvSpPr>
        <p:spPr>
          <a:xfrm>
            <a:off x="17785064" y="4192625"/>
            <a:ext cx="753110" cy="214629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351790" algn="l"/>
                <a:tab pos="594995" algn="l"/>
              </a:tabLst>
            </a:pPr>
            <a:r>
              <a:rPr sz="450" spc="-10" dirty="0">
                <a:solidFill>
                  <a:srgbClr val="B1B1B5"/>
                </a:solidFill>
                <a:latin typeface="Arial"/>
                <a:cs typeface="Arial"/>
              </a:rPr>
              <a:t>A:&gt;'IN</a:t>
            </a:r>
            <a:r>
              <a:rPr sz="450" dirty="0">
                <a:solidFill>
                  <a:srgbClr val="B1B1B5"/>
                </a:solidFill>
                <a:latin typeface="Arial"/>
                <a:cs typeface="Arial"/>
              </a:rPr>
              <a:t>	</a:t>
            </a:r>
            <a:r>
              <a:rPr sz="1875" spc="-37" baseline="-26666" dirty="0">
                <a:solidFill>
                  <a:srgbClr val="9195A3"/>
                </a:solidFill>
                <a:latin typeface="Arial"/>
                <a:cs typeface="Arial"/>
              </a:rPr>
              <a:t>•</a:t>
            </a:r>
            <a:r>
              <a:rPr sz="450" spc="-25" dirty="0">
                <a:solidFill>
                  <a:srgbClr val="C89C7C"/>
                </a:solidFill>
                <a:latin typeface="Arial"/>
                <a:cs typeface="Arial"/>
              </a:rPr>
              <a:t>•</a:t>
            </a:r>
            <a:r>
              <a:rPr sz="450" dirty="0">
                <a:solidFill>
                  <a:srgbClr val="C89C7C"/>
                </a:solidFill>
                <a:latin typeface="Arial"/>
                <a:cs typeface="Arial"/>
              </a:rPr>
              <a:t>	</a:t>
            </a:r>
            <a:r>
              <a:rPr sz="450" dirty="0">
                <a:solidFill>
                  <a:srgbClr val="54A1C8"/>
                </a:solidFill>
                <a:latin typeface="Arial"/>
                <a:cs typeface="Arial"/>
              </a:rPr>
              <a:t>T</a:t>
            </a:r>
            <a:r>
              <a:rPr sz="450" spc="215" dirty="0">
                <a:solidFill>
                  <a:srgbClr val="54A1C8"/>
                </a:solidFill>
                <a:latin typeface="Arial"/>
                <a:cs typeface="Arial"/>
              </a:rPr>
              <a:t> </a:t>
            </a:r>
            <a:r>
              <a:rPr sz="450" spc="-50" dirty="0">
                <a:solidFill>
                  <a:srgbClr val="41AEC8"/>
                </a:solidFill>
                <a:latin typeface="Arial"/>
                <a:cs typeface="Arial"/>
              </a:rPr>
              <a:t>T</a:t>
            </a:r>
            <a:endParaRPr sz="450">
              <a:latin typeface="Arial"/>
              <a:cs typeface="Arial"/>
            </a:endParaRPr>
          </a:p>
        </p:txBody>
      </p:sp>
      <p:sp>
        <p:nvSpPr>
          <p:cNvPr id="78" name="object 78"/>
          <p:cNvSpPr txBox="1"/>
          <p:nvPr/>
        </p:nvSpPr>
        <p:spPr>
          <a:xfrm>
            <a:off x="17181951" y="4590312"/>
            <a:ext cx="1033780" cy="2794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indent="218440">
              <a:lnSpc>
                <a:spcPct val="103299"/>
              </a:lnSpc>
              <a:spcBef>
                <a:spcPts val="105"/>
              </a:spcBef>
            </a:pPr>
            <a:r>
              <a:rPr sz="800" spc="70" dirty="0">
                <a:solidFill>
                  <a:srgbClr val="343D4B"/>
                </a:solidFill>
                <a:latin typeface="Arial"/>
                <a:cs typeface="Arial"/>
              </a:rPr>
              <a:t>Have</a:t>
            </a:r>
            <a:r>
              <a:rPr sz="800" spc="-45" dirty="0">
                <a:solidFill>
                  <a:srgbClr val="343D4B"/>
                </a:solidFill>
                <a:latin typeface="Arial"/>
                <a:cs typeface="Arial"/>
              </a:rPr>
              <a:t> </a:t>
            </a:r>
            <a:r>
              <a:rPr sz="800" spc="40" dirty="0">
                <a:solidFill>
                  <a:srgbClr val="4D4D54"/>
                </a:solidFill>
                <a:latin typeface="Arial"/>
                <a:cs typeface="Arial"/>
              </a:rPr>
              <a:t>More </a:t>
            </a:r>
            <a:r>
              <a:rPr sz="800" spc="65" dirty="0">
                <a:solidFill>
                  <a:srgbClr val="4D4D54"/>
                </a:solidFill>
                <a:latin typeface="Arial"/>
                <a:cs typeface="Arial"/>
              </a:rPr>
              <a:t>knoledge</a:t>
            </a:r>
            <a:r>
              <a:rPr sz="800" spc="-1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4D4D54"/>
                </a:solidFill>
                <a:latin typeface="Arial"/>
                <a:cs typeface="Arial"/>
              </a:rPr>
              <a:t>to</a:t>
            </a:r>
            <a:r>
              <a:rPr sz="800" spc="45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spc="45" dirty="0">
                <a:solidFill>
                  <a:srgbClr val="60626B"/>
                </a:solidFill>
                <a:latin typeface="Arial"/>
                <a:cs typeface="Arial"/>
              </a:rPr>
              <a:t>sha</a:t>
            </a:r>
            <a:r>
              <a:rPr sz="800" spc="45" dirty="0">
                <a:solidFill>
                  <a:srgbClr val="343D4B"/>
                </a:solidFill>
                <a:latin typeface="Arial"/>
                <a:cs typeface="Arial"/>
              </a:rPr>
              <a:t>re?</a:t>
            </a:r>
            <a:endParaRPr sz="800">
              <a:latin typeface="Arial"/>
              <a:cs typeface="Arial"/>
            </a:endParaRPr>
          </a:p>
        </p:txBody>
      </p:sp>
      <p:sp>
        <p:nvSpPr>
          <p:cNvPr id="79" name="object 79"/>
          <p:cNvSpPr/>
          <p:nvPr/>
        </p:nvSpPr>
        <p:spPr>
          <a:xfrm>
            <a:off x="17242283" y="4980274"/>
            <a:ext cx="55244" cy="161290"/>
          </a:xfrm>
          <a:custGeom>
            <a:avLst/>
            <a:gdLst/>
            <a:ahLst/>
            <a:cxnLst/>
            <a:rect l="l" t="t" r="r" b="b"/>
            <a:pathLst>
              <a:path w="55244" h="161289">
                <a:moveTo>
                  <a:pt x="55058" y="161152"/>
                </a:moveTo>
                <a:lnTo>
                  <a:pt x="0" y="161152"/>
                </a:lnTo>
                <a:lnTo>
                  <a:pt x="0" y="0"/>
                </a:lnTo>
                <a:lnTo>
                  <a:pt x="55058" y="0"/>
                </a:lnTo>
                <a:lnTo>
                  <a:pt x="55058" y="161152"/>
                </a:lnTo>
                <a:close/>
              </a:path>
            </a:pathLst>
          </a:custGeom>
          <a:solidFill>
            <a:srgbClr val="139CE4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 txBox="1"/>
          <p:nvPr/>
        </p:nvSpPr>
        <p:spPr>
          <a:xfrm>
            <a:off x="17164352" y="4972248"/>
            <a:ext cx="1144905" cy="79248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77470">
              <a:lnSpc>
                <a:spcPct val="100000"/>
              </a:lnSpc>
              <a:spcBef>
                <a:spcPts val="130"/>
              </a:spcBef>
            </a:pPr>
            <a:r>
              <a:rPr sz="900" spc="65" dirty="0">
                <a:solidFill>
                  <a:srgbClr val="D1F6FD"/>
                </a:solidFill>
                <a:latin typeface="Arial"/>
                <a:cs typeface="Arial"/>
              </a:rPr>
              <a:t>+</a:t>
            </a:r>
            <a:r>
              <a:rPr sz="900" spc="409" dirty="0">
                <a:solidFill>
                  <a:srgbClr val="D1F6FD"/>
                </a:solidFill>
                <a:latin typeface="Arial"/>
                <a:cs typeface="Arial"/>
              </a:rPr>
              <a:t> </a:t>
            </a:r>
            <a:r>
              <a:rPr sz="600" spc="50" dirty="0">
                <a:solidFill>
                  <a:srgbClr val="67DDFD"/>
                </a:solidFill>
                <a:latin typeface="Arial"/>
                <a:cs typeface="Arial"/>
              </a:rPr>
              <a:t>Create</a:t>
            </a:r>
            <a:r>
              <a:rPr sz="600" spc="50" dirty="0">
                <a:solidFill>
                  <a:srgbClr val="9EE6FB"/>
                </a:solidFill>
                <a:latin typeface="Arial"/>
                <a:cs typeface="Arial"/>
              </a:rPr>
              <a:t>New</a:t>
            </a:r>
            <a:r>
              <a:rPr sz="600" spc="50" dirty="0">
                <a:solidFill>
                  <a:srgbClr val="67DDFD"/>
                </a:solidFill>
                <a:latin typeface="Arial"/>
                <a:cs typeface="Arial"/>
              </a:rPr>
              <a:t>Course</a:t>
            </a: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6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80"/>
              </a:spcBef>
            </a:pPr>
            <a:endParaRPr sz="6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  <a:tabLst>
                <a:tab pos="864869" algn="l"/>
              </a:tabLst>
            </a:pPr>
            <a:r>
              <a:rPr sz="1650" spc="85" dirty="0">
                <a:solidFill>
                  <a:srgbClr val="4D4D54"/>
                </a:solidFill>
                <a:latin typeface="Arial"/>
                <a:cs typeface="Arial"/>
              </a:rPr>
              <a:t>5</a:t>
            </a:r>
            <a:r>
              <a:rPr sz="1650" dirty="0">
                <a:solidFill>
                  <a:srgbClr val="4D4D54"/>
                </a:solidFill>
                <a:latin typeface="Arial"/>
                <a:cs typeface="Arial"/>
              </a:rPr>
              <a:t>	</a:t>
            </a:r>
            <a:r>
              <a:rPr sz="1650" spc="105" dirty="0">
                <a:solidFill>
                  <a:srgbClr val="60626B"/>
                </a:solidFill>
                <a:latin typeface="Arial"/>
                <a:cs typeface="Arial"/>
              </a:rPr>
              <a:t>25</a:t>
            </a:r>
            <a:endParaRPr sz="1650">
              <a:latin typeface="Arial"/>
              <a:cs typeface="Arial"/>
            </a:endParaRPr>
          </a:p>
        </p:txBody>
      </p:sp>
      <p:sp>
        <p:nvSpPr>
          <p:cNvPr id="81" name="object 81"/>
          <p:cNvSpPr txBox="1"/>
          <p:nvPr/>
        </p:nvSpPr>
        <p:spPr>
          <a:xfrm>
            <a:off x="11413332" y="8630175"/>
            <a:ext cx="141478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dirty="0">
                <a:solidFill>
                  <a:srgbClr val="343D4B"/>
                </a:solidFill>
                <a:latin typeface="Arial"/>
                <a:cs typeface="Arial"/>
              </a:rPr>
              <a:t>To</a:t>
            </a:r>
            <a:r>
              <a:rPr sz="800" dirty="0">
                <a:solidFill>
                  <a:srgbClr val="60626B"/>
                </a:solidFill>
                <a:latin typeface="Arial"/>
                <a:cs typeface="Arial"/>
              </a:rPr>
              <a:t>p</a:t>
            </a:r>
            <a:r>
              <a:rPr sz="800" spc="130" dirty="0">
                <a:solidFill>
                  <a:srgbClr val="60626B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60626B"/>
                </a:solidFill>
                <a:latin typeface="Arial"/>
                <a:cs typeface="Arial"/>
              </a:rPr>
              <a:t>5</a:t>
            </a:r>
            <a:r>
              <a:rPr sz="800" spc="80" dirty="0">
                <a:solidFill>
                  <a:srgbClr val="60626B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4D4D54"/>
                </a:solidFill>
                <a:latin typeface="Arial"/>
                <a:cs typeface="Arial"/>
              </a:rPr>
              <a:t>School</a:t>
            </a:r>
            <a:r>
              <a:rPr sz="800" spc="-35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4D4D54"/>
                </a:solidFill>
                <a:latin typeface="Arial"/>
                <a:cs typeface="Arial"/>
              </a:rPr>
              <a:t>Performance</a:t>
            </a:r>
            <a:endParaRPr sz="800">
              <a:latin typeface="Arial"/>
              <a:cs typeface="Arial"/>
            </a:endParaRPr>
          </a:p>
        </p:txBody>
      </p:sp>
      <p:sp>
        <p:nvSpPr>
          <p:cNvPr id="82" name="object 82"/>
          <p:cNvSpPr txBox="1"/>
          <p:nvPr/>
        </p:nvSpPr>
        <p:spPr>
          <a:xfrm>
            <a:off x="15083837" y="8630175"/>
            <a:ext cx="1307465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50" dirty="0">
                <a:solidFill>
                  <a:srgbClr val="4D4D54"/>
                </a:solidFill>
                <a:latin typeface="Arial"/>
                <a:cs typeface="Arial"/>
              </a:rPr>
              <a:t>Overall</a:t>
            </a:r>
            <a:r>
              <a:rPr sz="800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dirty="0">
                <a:solidFill>
                  <a:srgbClr val="343D4B"/>
                </a:solidFill>
                <a:latin typeface="Arial"/>
                <a:cs typeface="Arial"/>
              </a:rPr>
              <a:t>Pa</a:t>
            </a:r>
            <a:r>
              <a:rPr sz="800" dirty="0">
                <a:solidFill>
                  <a:srgbClr val="60626B"/>
                </a:solidFill>
                <a:latin typeface="Arial"/>
                <a:cs typeface="Arial"/>
              </a:rPr>
              <a:t>ss</a:t>
            </a:r>
            <a:r>
              <a:rPr sz="800" spc="50" dirty="0">
                <a:solidFill>
                  <a:srgbClr val="60626B"/>
                </a:solidFill>
                <a:latin typeface="Arial"/>
                <a:cs typeface="Arial"/>
              </a:rPr>
              <a:t> </a:t>
            </a:r>
            <a:r>
              <a:rPr sz="800" spc="55" dirty="0">
                <a:solidFill>
                  <a:srgbClr val="60626B"/>
                </a:solidFill>
                <a:latin typeface="Arial"/>
                <a:cs typeface="Arial"/>
              </a:rPr>
              <a:t>Percent</a:t>
            </a:r>
            <a:r>
              <a:rPr sz="800" spc="55" dirty="0">
                <a:solidFill>
                  <a:srgbClr val="343D4B"/>
                </a:solidFill>
                <a:latin typeface="Arial"/>
                <a:cs typeface="Arial"/>
              </a:rPr>
              <a:t>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83" name="object 83"/>
          <p:cNvSpPr txBox="1"/>
          <p:nvPr/>
        </p:nvSpPr>
        <p:spPr>
          <a:xfrm>
            <a:off x="16916271" y="8630175"/>
            <a:ext cx="824230" cy="15303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5"/>
              </a:spcBef>
            </a:pPr>
            <a:r>
              <a:rPr sz="800" spc="85" dirty="0">
                <a:solidFill>
                  <a:srgbClr val="4D4D54"/>
                </a:solidFill>
                <a:latin typeface="Arial"/>
                <a:cs typeface="Arial"/>
              </a:rPr>
              <a:t>Content</a:t>
            </a:r>
            <a:r>
              <a:rPr sz="800" spc="-55" dirty="0">
                <a:solidFill>
                  <a:srgbClr val="4D4D54"/>
                </a:solidFill>
                <a:latin typeface="Arial"/>
                <a:cs typeface="Arial"/>
              </a:rPr>
              <a:t> </a:t>
            </a:r>
            <a:r>
              <a:rPr sz="800" spc="50" dirty="0">
                <a:solidFill>
                  <a:srgbClr val="60626B"/>
                </a:solidFill>
                <a:latin typeface="Arial"/>
                <a:cs typeface="Arial"/>
              </a:rPr>
              <a:t>Usage</a:t>
            </a:r>
            <a:endParaRPr sz="800">
              <a:latin typeface="Arial"/>
              <a:cs typeface="Arial"/>
            </a:endParaRPr>
          </a:p>
        </p:txBody>
      </p:sp>
      <p:sp>
        <p:nvSpPr>
          <p:cNvPr id="85" name="Cím 84">
            <a:extLst>
              <a:ext uri="{FF2B5EF4-FFF2-40B4-BE49-F238E27FC236}">
                <a16:creationId xmlns:a16="http://schemas.microsoft.com/office/drawing/2014/main" id="{3A5ACA5C-1FAD-44A5-A25A-11678CD2F0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82404" y="1353864"/>
            <a:ext cx="8970228" cy="762000"/>
          </a:xfrm>
        </p:spPr>
        <p:txBody>
          <a:bodyPr/>
          <a:lstStyle/>
          <a:p>
            <a:r>
              <a:rPr lang="hu-HU" dirty="0"/>
              <a:t>ÖSSZEGZÉS ÉS JÖVŐKÉP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24024"/>
            <a:ext cx="20104052" cy="11261303"/>
            <a:chOff x="0" y="2"/>
            <a:chExt cx="20104052" cy="11261303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2"/>
              <a:ext cx="20104052" cy="382241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3827326"/>
              <a:ext cx="20104052" cy="7433979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3921464" y="3806752"/>
            <a:ext cx="2438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82134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67734" y="3806752"/>
            <a:ext cx="2438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82134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1897015" y="3775251"/>
            <a:ext cx="24384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z="4450" spc="90" dirty="0">
                <a:solidFill>
                  <a:srgbClr val="182134"/>
                </a:solidFill>
                <a:latin typeface="Arial"/>
                <a:cs typeface="Arial"/>
              </a:rPr>
              <a:t>•</a:t>
            </a:r>
            <a:endParaRPr sz="445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85429" y="5418072"/>
            <a:ext cx="1431509" cy="755997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085429" y="6678068"/>
            <a:ext cx="1447239" cy="834747"/>
          </a:xfrm>
          <a:prstGeom prst="rect">
            <a:avLst/>
          </a:prstGeom>
        </p:spPr>
      </p:pic>
      <p:sp>
        <p:nvSpPr>
          <p:cNvPr id="7" name="object 7"/>
          <p:cNvSpPr/>
          <p:nvPr/>
        </p:nvSpPr>
        <p:spPr>
          <a:xfrm>
            <a:off x="1085429" y="5181820"/>
            <a:ext cx="17948910" cy="0"/>
          </a:xfrm>
          <a:custGeom>
            <a:avLst/>
            <a:gdLst/>
            <a:ahLst/>
            <a:cxnLst/>
            <a:rect l="l" t="t" r="r" b="b"/>
            <a:pathLst>
              <a:path w="17948910">
                <a:moveTo>
                  <a:pt x="0" y="0"/>
                </a:moveTo>
                <a:lnTo>
                  <a:pt x="1794891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85429" y="6457567"/>
            <a:ext cx="17948910" cy="0"/>
          </a:xfrm>
          <a:custGeom>
            <a:avLst/>
            <a:gdLst/>
            <a:ahLst/>
            <a:cxnLst/>
            <a:rect l="l" t="t" r="r" b="b"/>
            <a:pathLst>
              <a:path w="17948910">
                <a:moveTo>
                  <a:pt x="0" y="0"/>
                </a:moveTo>
                <a:lnTo>
                  <a:pt x="1794891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85429" y="7733314"/>
            <a:ext cx="17948910" cy="0"/>
          </a:xfrm>
          <a:custGeom>
            <a:avLst/>
            <a:gdLst/>
            <a:ahLst/>
            <a:cxnLst/>
            <a:rect l="l" t="t" r="r" b="b"/>
            <a:pathLst>
              <a:path w="17948910">
                <a:moveTo>
                  <a:pt x="0" y="0"/>
                </a:moveTo>
                <a:lnTo>
                  <a:pt x="17948913" y="0"/>
                </a:lnTo>
              </a:path>
            </a:pathLst>
          </a:custGeom>
          <a:ln w="15749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 descr="$PPTXTitle"/>
          <p:cNvSpPr txBox="1">
            <a:spLocks noGrp="1"/>
          </p:cNvSpPr>
          <p:nvPr>
            <p:ph type="title"/>
          </p:nvPr>
        </p:nvSpPr>
        <p:spPr>
          <a:xfrm>
            <a:off x="1089278" y="822138"/>
            <a:ext cx="5457572" cy="1384353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</a:pPr>
            <a:r>
              <a:rPr spc="445" dirty="0"/>
              <a:t>IMAGE</a:t>
            </a:r>
            <a:r>
              <a:rPr lang="hu-HU" spc="445" dirty="0"/>
              <a:t> SOURCES</a:t>
            </a:r>
            <a:endParaRPr spc="445" dirty="0"/>
          </a:p>
        </p:txBody>
      </p:sp>
      <p:sp>
        <p:nvSpPr>
          <p:cNvPr id="12" name="object 12"/>
          <p:cNvSpPr txBox="1"/>
          <p:nvPr/>
        </p:nvSpPr>
        <p:spPr>
          <a:xfrm>
            <a:off x="2891879" y="4033234"/>
            <a:ext cx="14685644" cy="8661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4"/>
              </a:rPr>
              <a:t>https://static.vecteezy.com/system/resources/previews/043/344/346/non_2x/abstract-</a:t>
            </a:r>
            <a:r>
              <a:rPr sz="1600" spc="70" dirty="0">
                <a:solidFill>
                  <a:srgbClr val="464954"/>
                </a:solidFill>
                <a:latin typeface="Arial"/>
                <a:cs typeface="Arial"/>
                <a:hlinkClick r:id="rId4"/>
              </a:rPr>
              <a:t>clean-blue-white-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4"/>
              </a:rPr>
              <a:t>business-technology-</a:t>
            </a:r>
            <a:r>
              <a:rPr sz="1600" spc="80" dirty="0">
                <a:solidFill>
                  <a:srgbClr val="464954"/>
                </a:solidFill>
                <a:latin typeface="Arial"/>
                <a:cs typeface="Arial"/>
                <a:hlinkClick r:id="rId4"/>
              </a:rPr>
              <a:t>background-</a:t>
            </a:r>
            <a:r>
              <a:rPr sz="1600" spc="60" dirty="0">
                <a:solidFill>
                  <a:srgbClr val="464954"/>
                </a:solidFill>
                <a:latin typeface="Arial"/>
                <a:cs typeface="Arial"/>
                <a:hlinkClick r:id="rId4"/>
              </a:rPr>
              <a:t>vector.jpg</a:t>
            </a:r>
            <a:endParaRPr sz="1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275"/>
              </a:spcBef>
            </a:pPr>
            <a:r>
              <a:rPr sz="2000" dirty="0">
                <a:solidFill>
                  <a:srgbClr val="464954"/>
                </a:solidFill>
                <a:latin typeface="Arial"/>
                <a:cs typeface="Arial"/>
              </a:rPr>
              <a:t>Source:</a:t>
            </a:r>
            <a:r>
              <a:rPr sz="2000" spc="375" dirty="0">
                <a:solidFill>
                  <a:srgbClr val="464954"/>
                </a:solidFill>
                <a:latin typeface="Arial"/>
                <a:cs typeface="Arial"/>
              </a:rPr>
              <a:t> </a:t>
            </a:r>
            <a:r>
              <a:rPr sz="2000" spc="60" dirty="0">
                <a:solidFill>
                  <a:srgbClr val="574DC8"/>
                </a:solidFill>
                <a:latin typeface="Arial"/>
                <a:cs typeface="Arial"/>
                <a:hlinkClick r:id="rId5"/>
              </a:rPr>
              <a:t>www.vecteezy.com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245783" y="5736121"/>
            <a:ext cx="179705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85725" indent="-73025">
              <a:lnSpc>
                <a:spcPct val="100000"/>
              </a:lnSpc>
              <a:spcBef>
                <a:spcPts val="114"/>
              </a:spcBef>
              <a:buClr>
                <a:srgbClr val="E2CA2D"/>
              </a:buClr>
              <a:buSzPct val="88235"/>
              <a:buChar char="■"/>
              <a:tabLst>
                <a:tab pos="85725" algn="l"/>
              </a:tabLst>
            </a:pPr>
            <a:r>
              <a:rPr sz="850" dirty="0">
                <a:solidFill>
                  <a:srgbClr val="C8CDD8"/>
                </a:solidFill>
                <a:latin typeface="Arial"/>
                <a:cs typeface="Arial"/>
              </a:rPr>
              <a:t>-</a:t>
            </a:r>
            <a:r>
              <a:rPr sz="850" spc="-50" dirty="0">
                <a:solidFill>
                  <a:srgbClr val="BFB8B8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245783" y="5854245"/>
            <a:ext cx="132080" cy="158115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</a:pPr>
            <a:r>
              <a:rPr sz="850" spc="-25" dirty="0">
                <a:solidFill>
                  <a:srgbClr val="D85B83"/>
                </a:solidFill>
                <a:latin typeface="Arial"/>
                <a:cs typeface="Arial"/>
              </a:rPr>
              <a:t>■</a:t>
            </a:r>
            <a:r>
              <a:rPr sz="850" spc="-25" dirty="0">
                <a:solidFill>
                  <a:srgbClr val="BFB8B8"/>
                </a:solidFill>
                <a:latin typeface="Arial"/>
                <a:cs typeface="Arial"/>
              </a:rPr>
              <a:t>-</a:t>
            </a:r>
            <a:endParaRPr sz="850">
              <a:latin typeface="Arial"/>
              <a:cs typeface="Arial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258102" y="5940871"/>
            <a:ext cx="122555" cy="2317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869"/>
              </a:lnSpc>
              <a:spcBef>
                <a:spcPts val="95"/>
              </a:spcBef>
            </a:pPr>
            <a:r>
              <a:rPr sz="750" b="1" spc="-25" dirty="0">
                <a:solidFill>
                  <a:srgbClr val="69AA9E"/>
                </a:solidFill>
                <a:latin typeface="Arial"/>
                <a:cs typeface="Arial"/>
              </a:rPr>
              <a:t>a</a:t>
            </a:r>
            <a:r>
              <a:rPr sz="750" b="1" spc="-25" dirty="0">
                <a:solidFill>
                  <a:srgbClr val="BFB8B8"/>
                </a:solidFill>
                <a:latin typeface="Arial"/>
                <a:cs typeface="Arial"/>
              </a:rPr>
              <a:t>-</a:t>
            </a:r>
            <a:endParaRPr sz="750">
              <a:latin typeface="Arial"/>
              <a:cs typeface="Arial"/>
            </a:endParaRPr>
          </a:p>
          <a:p>
            <a:pPr marL="12700">
              <a:lnSpc>
                <a:spcPts val="750"/>
              </a:lnSpc>
            </a:pPr>
            <a:r>
              <a:rPr sz="650" b="1" spc="55" dirty="0">
                <a:solidFill>
                  <a:srgbClr val="2F93CF"/>
                </a:solidFill>
                <a:latin typeface="Arial"/>
                <a:cs typeface="Arial"/>
              </a:rPr>
              <a:t>a</a:t>
            </a:r>
            <a:r>
              <a:rPr sz="650" b="1" spc="55" dirty="0">
                <a:solidFill>
                  <a:srgbClr val="BFB8B8"/>
                </a:solidFill>
                <a:latin typeface="Arial"/>
                <a:cs typeface="Arial"/>
              </a:rPr>
              <a:t>-</a:t>
            </a:r>
            <a:endParaRPr sz="650">
              <a:latin typeface="Arial"/>
              <a:cs typeface="Arial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673012" y="5554996"/>
            <a:ext cx="15684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2550" spc="125" dirty="0">
                <a:solidFill>
                  <a:srgbClr val="C8CDD8"/>
                </a:solidFill>
                <a:latin typeface="Times New Roman"/>
                <a:cs typeface="Times New Roman"/>
              </a:rPr>
              <a:t>-</a:t>
            </a:r>
            <a:endParaRPr sz="2550">
              <a:latin typeface="Times New Roman"/>
              <a:cs typeface="Times New Roman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2891879" y="5308982"/>
            <a:ext cx="11134725" cy="866140"/>
          </a:xfrm>
          <a:prstGeom prst="rect">
            <a:avLst/>
          </a:prstGeom>
        </p:spPr>
        <p:txBody>
          <a:bodyPr vert="horz" wrap="square" lIns="0" tIns="14224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20"/>
              </a:spcBef>
            </a:pPr>
            <a:r>
              <a:rPr sz="1600" spc="65" dirty="0">
                <a:solidFill>
                  <a:srgbClr val="464954"/>
                </a:solidFill>
                <a:latin typeface="Arial"/>
                <a:cs typeface="Arial"/>
                <a:hlinkClick r:id="rId6"/>
              </a:rPr>
              <a:t>https://multipurposethemes.</a:t>
            </a:r>
            <a:r>
              <a:rPr sz="1600" spc="375" dirty="0">
                <a:solidFill>
                  <a:srgbClr val="464954"/>
                </a:solidFill>
                <a:latin typeface="Arial"/>
                <a:cs typeface="Arial"/>
                <a:hlinkClick r:id="rId6"/>
              </a:rPr>
              <a:t> </a:t>
            </a:r>
            <a:r>
              <a:rPr sz="1600" spc="114" dirty="0">
                <a:solidFill>
                  <a:srgbClr val="464954"/>
                </a:solidFill>
                <a:latin typeface="Arial"/>
                <a:cs typeface="Arial"/>
              </a:rPr>
              <a:t>com/wp-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</a:rPr>
              <a:t>content/uploads/2025/04/Education-</a:t>
            </a:r>
            <a:r>
              <a:rPr sz="1600" spc="65" dirty="0">
                <a:solidFill>
                  <a:srgbClr val="464954"/>
                </a:solidFill>
                <a:latin typeface="Arial"/>
                <a:cs typeface="Arial"/>
              </a:rPr>
              <a:t>LMS-</a:t>
            </a:r>
            <a:r>
              <a:rPr sz="1600" dirty="0">
                <a:solidFill>
                  <a:srgbClr val="464954"/>
                </a:solidFill>
                <a:latin typeface="Arial"/>
                <a:cs typeface="Arial"/>
              </a:rPr>
              <a:t>Dashboard-</a:t>
            </a:r>
            <a:r>
              <a:rPr sz="1600" spc="65" dirty="0">
                <a:solidFill>
                  <a:srgbClr val="464954"/>
                </a:solidFill>
                <a:latin typeface="Arial"/>
                <a:cs typeface="Arial"/>
              </a:rPr>
              <a:t>Admin-Template-</a:t>
            </a:r>
            <a:r>
              <a:rPr sz="1600" spc="45" dirty="0">
                <a:solidFill>
                  <a:srgbClr val="464954"/>
                </a:solidFill>
                <a:latin typeface="Arial"/>
                <a:cs typeface="Arial"/>
              </a:rPr>
              <a:t>2.jpg</a:t>
            </a:r>
            <a:endParaRPr sz="1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275"/>
              </a:spcBef>
            </a:pPr>
            <a:r>
              <a:rPr sz="2000" dirty="0">
                <a:solidFill>
                  <a:srgbClr val="464954"/>
                </a:solidFill>
                <a:latin typeface="Arial"/>
                <a:cs typeface="Arial"/>
              </a:rPr>
              <a:t>Source:</a:t>
            </a:r>
            <a:r>
              <a:rPr sz="2000" spc="310" dirty="0">
                <a:solidFill>
                  <a:srgbClr val="464954"/>
                </a:solidFill>
                <a:latin typeface="Arial"/>
                <a:cs typeface="Arial"/>
              </a:rPr>
              <a:t> </a:t>
            </a:r>
            <a:r>
              <a:rPr sz="2000" spc="40" dirty="0">
                <a:solidFill>
                  <a:srgbClr val="574DC8"/>
                </a:solidFill>
                <a:latin typeface="Arial"/>
                <a:cs typeface="Arial"/>
              </a:rPr>
              <a:t>multipurposethemes.com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2891879" y="6570553"/>
            <a:ext cx="14586585" cy="880744"/>
          </a:xfrm>
          <a:prstGeom prst="rect">
            <a:avLst/>
          </a:prstGeom>
        </p:spPr>
        <p:txBody>
          <a:bodyPr vert="horz" wrap="square" lIns="0" tIns="14795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65"/>
              </a:spcBef>
            </a:pPr>
            <a:r>
              <a:rPr sz="1600" spc="6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https://img.freepik.com/premium-</a:t>
            </a:r>
            <a:r>
              <a:rPr sz="1600" spc="70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vector/programming-language-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program-code-</a:t>
            </a:r>
            <a:r>
              <a:rPr sz="1600" spc="70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screen-</a:t>
            </a:r>
            <a:r>
              <a:rPr sz="1600" spc="60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laptop-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programming-</a:t>
            </a:r>
            <a:r>
              <a:rPr sz="1600" spc="6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coding-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php-</a:t>
            </a:r>
            <a:r>
              <a:rPr sz="1600" spc="6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html-</a:t>
            </a:r>
            <a:r>
              <a:rPr sz="1600" spc="60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c-</a:t>
            </a:r>
            <a:r>
              <a:rPr sz="1600" spc="7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css_435184-</a:t>
            </a:r>
            <a:r>
              <a:rPr sz="1600" spc="55" dirty="0">
                <a:solidFill>
                  <a:srgbClr val="464954"/>
                </a:solidFill>
                <a:latin typeface="Arial"/>
                <a:cs typeface="Arial"/>
                <a:hlinkClick r:id="rId7"/>
              </a:rPr>
              <a:t>704.jpg</a:t>
            </a:r>
            <a:endParaRPr sz="1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340"/>
              </a:spcBef>
            </a:pPr>
            <a:r>
              <a:rPr sz="2000" dirty="0">
                <a:solidFill>
                  <a:srgbClr val="464954"/>
                </a:solidFill>
                <a:latin typeface="Arial"/>
                <a:cs typeface="Arial"/>
              </a:rPr>
              <a:t>Source:</a:t>
            </a:r>
            <a:r>
              <a:rPr sz="2000" spc="375" dirty="0">
                <a:solidFill>
                  <a:srgbClr val="464954"/>
                </a:solidFill>
                <a:latin typeface="Arial"/>
                <a:cs typeface="Arial"/>
              </a:rPr>
              <a:t> </a:t>
            </a:r>
            <a:r>
              <a:rPr sz="2000" spc="80" dirty="0">
                <a:solidFill>
                  <a:srgbClr val="574DC8"/>
                </a:solidFill>
                <a:latin typeface="Arial"/>
                <a:cs typeface="Arial"/>
                <a:hlinkClick r:id="rId8"/>
              </a:rPr>
              <a:t>www.freepik.com</a:t>
            </a:r>
            <a:endParaRPr sz="2000">
              <a:latin typeface="Arial"/>
              <a:cs typeface="Arial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40185" y="7809493"/>
            <a:ext cx="95885" cy="295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290"/>
              </a:lnSpc>
            </a:pPr>
            <a:r>
              <a:rPr sz="2050" spc="10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endParaRPr sz="2050">
              <a:latin typeface="Arial"/>
              <a:cs typeface="Arial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1708053" y="7880490"/>
            <a:ext cx="47625" cy="217804"/>
          </a:xfrm>
          <a:custGeom>
            <a:avLst/>
            <a:gdLst/>
            <a:ahLst/>
            <a:cxnLst/>
            <a:rect l="l" t="t" r="r" b="b"/>
            <a:pathLst>
              <a:path w="47625" h="217804">
                <a:moveTo>
                  <a:pt x="47192" y="217325"/>
                </a:moveTo>
                <a:lnTo>
                  <a:pt x="0" y="217325"/>
                </a:lnTo>
                <a:lnTo>
                  <a:pt x="0" y="0"/>
                </a:lnTo>
                <a:lnTo>
                  <a:pt x="47192" y="0"/>
                </a:lnTo>
                <a:lnTo>
                  <a:pt x="47192" y="217325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>
            <a:off x="1708053" y="7904456"/>
            <a:ext cx="278765" cy="17907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85"/>
              </a:lnSpc>
              <a:tabLst>
                <a:tab pos="219710" algn="l"/>
              </a:tabLst>
            </a:pPr>
            <a:r>
              <a:rPr sz="1250" spc="-50" dirty="0">
                <a:solidFill>
                  <a:srgbClr val="B8A5AC"/>
                </a:solidFill>
                <a:latin typeface="Times New Roman"/>
                <a:cs typeface="Times New Roman"/>
              </a:rPr>
              <a:t>-</a:t>
            </a:r>
            <a:r>
              <a:rPr sz="1250" dirty="0">
                <a:solidFill>
                  <a:srgbClr val="B8A5AC"/>
                </a:solidFill>
                <a:latin typeface="Times New Roman"/>
                <a:cs typeface="Times New Roman"/>
              </a:rPr>
              <a:t>	</a:t>
            </a:r>
            <a:r>
              <a:rPr sz="1250" spc="-50" dirty="0">
                <a:solidFill>
                  <a:srgbClr val="AA9399"/>
                </a:solidFill>
                <a:latin typeface="Times New Roman"/>
                <a:cs typeface="Times New Roman"/>
              </a:rPr>
              <a:t>-</a:t>
            </a:r>
            <a:endParaRPr sz="1250">
              <a:latin typeface="Times New Roman"/>
              <a:cs typeface="Times New Roman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2360667" y="7819093"/>
            <a:ext cx="86995" cy="300990"/>
          </a:xfrm>
          <a:custGeom>
            <a:avLst/>
            <a:gdLst/>
            <a:ahLst/>
            <a:cxnLst/>
            <a:rect l="l" t="t" r="r" b="b"/>
            <a:pathLst>
              <a:path w="86994" h="300990">
                <a:moveTo>
                  <a:pt x="86519" y="300818"/>
                </a:moveTo>
                <a:lnTo>
                  <a:pt x="0" y="300818"/>
                </a:lnTo>
                <a:lnTo>
                  <a:pt x="0" y="0"/>
                </a:lnTo>
                <a:lnTo>
                  <a:pt x="86519" y="0"/>
                </a:lnTo>
                <a:lnTo>
                  <a:pt x="86519" y="300818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133660" y="7897846"/>
            <a:ext cx="86995" cy="300990"/>
          </a:xfrm>
          <a:custGeom>
            <a:avLst/>
            <a:gdLst/>
            <a:ahLst/>
            <a:cxnLst/>
            <a:rect l="l" t="t" r="r" b="b"/>
            <a:pathLst>
              <a:path w="86994" h="300990">
                <a:moveTo>
                  <a:pt x="86519" y="300818"/>
                </a:moveTo>
                <a:lnTo>
                  <a:pt x="0" y="300818"/>
                </a:lnTo>
                <a:lnTo>
                  <a:pt x="0" y="0"/>
                </a:lnTo>
                <a:lnTo>
                  <a:pt x="86519" y="0"/>
                </a:lnTo>
                <a:lnTo>
                  <a:pt x="86519" y="300818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 txBox="1"/>
          <p:nvPr/>
        </p:nvSpPr>
        <p:spPr>
          <a:xfrm>
            <a:off x="1133660" y="7927452"/>
            <a:ext cx="80010" cy="24637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0"/>
              </a:lnSpc>
            </a:pPr>
            <a:r>
              <a:rPr sz="1700" spc="10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432669" y="7931017"/>
            <a:ext cx="83820" cy="2419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85"/>
              </a:lnSpc>
            </a:pPr>
            <a:r>
              <a:rPr sz="1700" spc="-245" dirty="0">
                <a:solidFill>
                  <a:srgbClr val="AA9399"/>
                </a:solidFill>
                <a:latin typeface="Arial"/>
                <a:cs typeface="Arial"/>
              </a:rPr>
              <a:t>-</a:t>
            </a:r>
            <a:r>
              <a:rPr sz="1700" spc="-350" dirty="0">
                <a:solidFill>
                  <a:srgbClr val="AA9399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1127745" y="8034209"/>
            <a:ext cx="102870" cy="215265"/>
          </a:xfrm>
          <a:custGeom>
            <a:avLst/>
            <a:gdLst/>
            <a:ahLst/>
            <a:cxnLst/>
            <a:rect l="l" t="t" r="r" b="b"/>
            <a:pathLst>
              <a:path w="102869" h="215265">
                <a:moveTo>
                  <a:pt x="102250" y="214870"/>
                </a:moveTo>
                <a:lnTo>
                  <a:pt x="0" y="214870"/>
                </a:lnTo>
                <a:lnTo>
                  <a:pt x="0" y="0"/>
                </a:lnTo>
                <a:lnTo>
                  <a:pt x="102250" y="0"/>
                </a:lnTo>
                <a:lnTo>
                  <a:pt x="102250" y="214870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 txBox="1"/>
          <p:nvPr/>
        </p:nvSpPr>
        <p:spPr>
          <a:xfrm>
            <a:off x="1127745" y="8055359"/>
            <a:ext cx="60960" cy="17653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75"/>
              </a:lnSpc>
            </a:pPr>
            <a:r>
              <a:rPr sz="1250" spc="-185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r>
              <a:rPr sz="1250" spc="-225" dirty="0">
                <a:solidFill>
                  <a:srgbClr val="B8A5AC"/>
                </a:solidFill>
                <a:latin typeface="Arial"/>
                <a:cs typeface="Arial"/>
              </a:rPr>
              <a:t>·</a:t>
            </a:r>
            <a:endParaRPr sz="1250">
              <a:latin typeface="Arial"/>
              <a:cs typeface="Arial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1428570" y="7923692"/>
            <a:ext cx="86995" cy="355600"/>
          </a:xfrm>
          <a:custGeom>
            <a:avLst/>
            <a:gdLst/>
            <a:ahLst/>
            <a:cxnLst/>
            <a:rect l="l" t="t" r="r" b="b"/>
            <a:pathLst>
              <a:path w="86994" h="355600">
                <a:moveTo>
                  <a:pt x="86519" y="355141"/>
                </a:moveTo>
                <a:lnTo>
                  <a:pt x="0" y="355141"/>
                </a:lnTo>
                <a:lnTo>
                  <a:pt x="0" y="0"/>
                </a:lnTo>
                <a:lnTo>
                  <a:pt x="86519" y="0"/>
                </a:lnTo>
                <a:lnTo>
                  <a:pt x="86519" y="355141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684235" y="7897856"/>
            <a:ext cx="330835" cy="351790"/>
          </a:xfrm>
          <a:custGeom>
            <a:avLst/>
            <a:gdLst/>
            <a:ahLst/>
            <a:cxnLst/>
            <a:rect l="l" t="t" r="r" b="b"/>
            <a:pathLst>
              <a:path w="330835" h="351790">
                <a:moveTo>
                  <a:pt x="330352" y="0"/>
                </a:moveTo>
                <a:lnTo>
                  <a:pt x="0" y="0"/>
                </a:lnTo>
                <a:lnTo>
                  <a:pt x="0" y="300812"/>
                </a:lnTo>
                <a:lnTo>
                  <a:pt x="23977" y="300812"/>
                </a:lnTo>
                <a:lnTo>
                  <a:pt x="23977" y="351231"/>
                </a:lnTo>
                <a:lnTo>
                  <a:pt x="63296" y="351231"/>
                </a:lnTo>
                <a:lnTo>
                  <a:pt x="63296" y="300812"/>
                </a:lnTo>
                <a:lnTo>
                  <a:pt x="330352" y="300812"/>
                </a:lnTo>
                <a:lnTo>
                  <a:pt x="330352" y="0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 txBox="1"/>
          <p:nvPr/>
        </p:nvSpPr>
        <p:spPr>
          <a:xfrm>
            <a:off x="1658841" y="7893865"/>
            <a:ext cx="148590" cy="290195"/>
          </a:xfrm>
          <a:prstGeom prst="rect">
            <a:avLst/>
          </a:prstGeom>
        </p:spPr>
        <p:txBody>
          <a:bodyPr vert="horz" wrap="square" lIns="0" tIns="17145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35"/>
              </a:spcBef>
            </a:pPr>
            <a:r>
              <a:rPr sz="1700" spc="-385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r>
              <a:rPr sz="1875" spc="-142" baseline="-24444" dirty="0">
                <a:solidFill>
                  <a:srgbClr val="B8A5AC"/>
                </a:solidFill>
                <a:latin typeface="Arial"/>
                <a:cs typeface="Arial"/>
              </a:rPr>
              <a:t>.</a:t>
            </a:r>
            <a:r>
              <a:rPr sz="1700" spc="-95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endParaRPr sz="1700">
              <a:latin typeface="Arial"/>
              <a:cs typeface="Arial"/>
            </a:endParaRPr>
          </a:p>
        </p:txBody>
      </p:sp>
      <p:sp>
        <p:nvSpPr>
          <p:cNvPr id="31" name="object 31"/>
          <p:cNvSpPr/>
          <p:nvPr/>
        </p:nvSpPr>
        <p:spPr>
          <a:xfrm>
            <a:off x="1926189" y="7976903"/>
            <a:ext cx="78740" cy="286385"/>
          </a:xfrm>
          <a:custGeom>
            <a:avLst/>
            <a:gdLst/>
            <a:ahLst/>
            <a:cxnLst/>
            <a:rect l="l" t="t" r="r" b="b"/>
            <a:pathLst>
              <a:path w="78739" h="286384">
                <a:moveTo>
                  <a:pt x="78654" y="286233"/>
                </a:moveTo>
                <a:lnTo>
                  <a:pt x="0" y="286233"/>
                </a:lnTo>
                <a:lnTo>
                  <a:pt x="0" y="0"/>
                </a:lnTo>
                <a:lnTo>
                  <a:pt x="78654" y="0"/>
                </a:lnTo>
                <a:lnTo>
                  <a:pt x="78654" y="286233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 txBox="1"/>
          <p:nvPr/>
        </p:nvSpPr>
        <p:spPr>
          <a:xfrm>
            <a:off x="1415871" y="7921428"/>
            <a:ext cx="564515" cy="342265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  <a:tabLst>
                <a:tab pos="509905" algn="l"/>
              </a:tabLst>
            </a:pPr>
            <a:r>
              <a:rPr sz="2050" spc="-340" dirty="0">
                <a:solidFill>
                  <a:srgbClr val="B8A5AC"/>
                </a:solidFill>
                <a:latin typeface="Times New Roman"/>
                <a:cs typeface="Times New Roman"/>
              </a:rPr>
              <a:t>-</a:t>
            </a:r>
            <a:r>
              <a:rPr sz="2050" dirty="0">
                <a:solidFill>
                  <a:srgbClr val="B8A5AC"/>
                </a:solidFill>
                <a:latin typeface="Times New Roman"/>
                <a:cs typeface="Times New Roman"/>
              </a:rPr>
              <a:t>	</a:t>
            </a:r>
            <a:r>
              <a:rPr sz="1650" spc="-170" dirty="0">
                <a:solidFill>
                  <a:srgbClr val="B8A5AC"/>
                </a:solidFill>
                <a:latin typeface="Times New Roman"/>
                <a:cs typeface="Times New Roman"/>
              </a:rPr>
              <a:t>-</a:t>
            </a:r>
            <a:endParaRPr sz="1650">
              <a:latin typeface="Times New Roman"/>
              <a:cs typeface="Times New Roman"/>
            </a:endParaRPr>
          </a:p>
        </p:txBody>
      </p:sp>
      <p:sp>
        <p:nvSpPr>
          <p:cNvPr id="33" name="object 33"/>
          <p:cNvSpPr txBox="1"/>
          <p:nvPr/>
        </p:nvSpPr>
        <p:spPr>
          <a:xfrm>
            <a:off x="2265980" y="7779678"/>
            <a:ext cx="18923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4"/>
              </a:spcBef>
            </a:pPr>
            <a:r>
              <a:rPr sz="3000" spc="-1845" baseline="-16666" dirty="0">
                <a:solidFill>
                  <a:srgbClr val="BFB8B8"/>
                </a:solidFill>
                <a:latin typeface="Arial"/>
                <a:cs typeface="Arial"/>
              </a:rPr>
              <a:t>�</a:t>
            </a:r>
            <a:r>
              <a:rPr sz="1700" spc="-1230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r>
              <a:rPr sz="3000" spc="-494" baseline="-33333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endParaRPr sz="3000" baseline="-33333">
              <a:latin typeface="Arial"/>
              <a:cs typeface="Arial"/>
            </a:endParaRPr>
          </a:p>
        </p:txBody>
      </p:sp>
      <p:sp>
        <p:nvSpPr>
          <p:cNvPr id="34" name="object 34"/>
          <p:cNvSpPr/>
          <p:nvPr/>
        </p:nvSpPr>
        <p:spPr>
          <a:xfrm>
            <a:off x="1113304" y="8126842"/>
            <a:ext cx="133985" cy="279400"/>
          </a:xfrm>
          <a:custGeom>
            <a:avLst/>
            <a:gdLst/>
            <a:ahLst/>
            <a:cxnLst/>
            <a:rect l="l" t="t" r="r" b="b"/>
            <a:pathLst>
              <a:path w="133984" h="279400">
                <a:moveTo>
                  <a:pt x="133712" y="279331"/>
                </a:moveTo>
                <a:lnTo>
                  <a:pt x="0" y="279331"/>
                </a:lnTo>
                <a:lnTo>
                  <a:pt x="0" y="0"/>
                </a:lnTo>
                <a:lnTo>
                  <a:pt x="133712" y="0"/>
                </a:lnTo>
                <a:lnTo>
                  <a:pt x="133712" y="279331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532284" y="8339687"/>
            <a:ext cx="595630" cy="0"/>
          </a:xfrm>
          <a:custGeom>
            <a:avLst/>
            <a:gdLst/>
            <a:ahLst/>
            <a:cxnLst/>
            <a:rect l="l" t="t" r="r" b="b"/>
            <a:pathLst>
              <a:path w="595630">
                <a:moveTo>
                  <a:pt x="0" y="0"/>
                </a:moveTo>
                <a:lnTo>
                  <a:pt x="595025" y="0"/>
                </a:lnTo>
              </a:path>
            </a:pathLst>
          </a:custGeom>
          <a:ln w="7874">
            <a:solidFill>
              <a:srgbClr val="A8A8CC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 txBox="1"/>
          <p:nvPr/>
        </p:nvSpPr>
        <p:spPr>
          <a:xfrm>
            <a:off x="1113305" y="8154335"/>
            <a:ext cx="97155" cy="2292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80"/>
              </a:lnSpc>
            </a:pPr>
            <a:r>
              <a:rPr sz="1600" spc="-229" dirty="0">
                <a:solidFill>
                  <a:srgbClr val="B8A5AC"/>
                </a:solidFill>
                <a:latin typeface="Arial"/>
                <a:cs typeface="Arial"/>
              </a:rPr>
              <a:t>=</a:t>
            </a:r>
            <a:endParaRPr sz="1600">
              <a:latin typeface="Arial"/>
              <a:cs typeface="Arial"/>
            </a:endParaRPr>
          </a:p>
        </p:txBody>
      </p:sp>
      <p:sp>
        <p:nvSpPr>
          <p:cNvPr id="37" name="object 37"/>
          <p:cNvSpPr/>
          <p:nvPr/>
        </p:nvSpPr>
        <p:spPr>
          <a:xfrm>
            <a:off x="1106697" y="8169415"/>
            <a:ext cx="110489" cy="440690"/>
          </a:xfrm>
          <a:custGeom>
            <a:avLst/>
            <a:gdLst/>
            <a:ahLst/>
            <a:cxnLst/>
            <a:rect l="l" t="t" r="r" b="b"/>
            <a:pathLst>
              <a:path w="110490" h="440690">
                <a:moveTo>
                  <a:pt x="110116" y="440483"/>
                </a:moveTo>
                <a:lnTo>
                  <a:pt x="0" y="440483"/>
                </a:lnTo>
                <a:lnTo>
                  <a:pt x="0" y="0"/>
                </a:lnTo>
                <a:lnTo>
                  <a:pt x="110116" y="0"/>
                </a:lnTo>
                <a:lnTo>
                  <a:pt x="110116" y="440483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 txBox="1"/>
          <p:nvPr/>
        </p:nvSpPr>
        <p:spPr>
          <a:xfrm>
            <a:off x="1068597" y="8004115"/>
            <a:ext cx="1280795" cy="413384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0"/>
              </a:spcBef>
              <a:tabLst>
                <a:tab pos="463550" algn="l"/>
              </a:tabLst>
            </a:pPr>
            <a:r>
              <a:rPr sz="3825" spc="-600" baseline="-28322" dirty="0">
                <a:solidFill>
                  <a:srgbClr val="B8A5AC"/>
                </a:solidFill>
                <a:latin typeface="Arial"/>
                <a:cs typeface="Arial"/>
              </a:rPr>
              <a:t>=</a:t>
            </a:r>
            <a:r>
              <a:rPr sz="1600" spc="-400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r>
              <a:rPr sz="1600" spc="135" dirty="0">
                <a:solidFill>
                  <a:srgbClr val="B8A5AC"/>
                </a:solidFill>
                <a:latin typeface="Arial"/>
                <a:cs typeface="Arial"/>
              </a:rPr>
              <a:t> </a:t>
            </a:r>
            <a:r>
              <a:rPr sz="1600" spc="-50" dirty="0">
                <a:solidFill>
                  <a:srgbClr val="72956E"/>
                </a:solidFill>
                <a:latin typeface="Arial"/>
                <a:cs typeface="Arial"/>
              </a:rPr>
              <a:t>-</a:t>
            </a:r>
            <a:r>
              <a:rPr sz="1600" dirty="0">
                <a:solidFill>
                  <a:srgbClr val="72956E"/>
                </a:solidFill>
                <a:latin typeface="Arial"/>
                <a:cs typeface="Arial"/>
              </a:rPr>
              <a:t>	</a:t>
            </a:r>
            <a:r>
              <a:rPr sz="1550" b="1" spc="65" dirty="0">
                <a:solidFill>
                  <a:srgbClr val="A8A8CC"/>
                </a:solidFill>
                <a:latin typeface="Arial"/>
                <a:cs typeface="Arial"/>
              </a:rPr>
              <a:t>�</a:t>
            </a:r>
            <a:r>
              <a:rPr sz="1550" b="1" spc="-70" dirty="0">
                <a:solidFill>
                  <a:srgbClr val="8EAA87"/>
                </a:solidFill>
                <a:latin typeface="Arial"/>
                <a:cs typeface="Arial"/>
              </a:rPr>
              <a:t>•</a:t>
            </a:r>
            <a:r>
              <a:rPr sz="3825" spc="-660" baseline="-28322" dirty="0">
                <a:solidFill>
                  <a:srgbClr val="A8A8CC"/>
                </a:solidFill>
                <a:latin typeface="Arial"/>
                <a:cs typeface="Arial"/>
              </a:rPr>
              <a:t>.</a:t>
            </a:r>
            <a:r>
              <a:rPr sz="1550" b="1" spc="-170" dirty="0">
                <a:solidFill>
                  <a:srgbClr val="60805B"/>
                </a:solidFill>
                <a:latin typeface="Arial"/>
                <a:cs typeface="Arial"/>
              </a:rPr>
              <a:t>-</a:t>
            </a:r>
            <a:r>
              <a:rPr sz="3825" spc="-382" baseline="-28322" dirty="0">
                <a:solidFill>
                  <a:srgbClr val="A8A8CC"/>
                </a:solidFill>
                <a:latin typeface="Arial"/>
                <a:cs typeface="Arial"/>
              </a:rPr>
              <a:t>.</a:t>
            </a:r>
            <a:r>
              <a:rPr sz="1550" b="1" spc="-254" dirty="0">
                <a:solidFill>
                  <a:srgbClr val="9EB89A"/>
                </a:solidFill>
                <a:latin typeface="Arial"/>
                <a:cs typeface="Arial"/>
              </a:rPr>
              <a:t>•</a:t>
            </a:r>
            <a:r>
              <a:rPr sz="3825" spc="-382" baseline="-28322" dirty="0">
                <a:solidFill>
                  <a:srgbClr val="A8A8CC"/>
                </a:solidFill>
                <a:latin typeface="Arial"/>
                <a:cs typeface="Arial"/>
              </a:rPr>
              <a:t>.</a:t>
            </a:r>
            <a:r>
              <a:rPr sz="1550" b="1" spc="-254" dirty="0">
                <a:solidFill>
                  <a:srgbClr val="A8A8CC"/>
                </a:solidFill>
                <a:latin typeface="Arial"/>
                <a:cs typeface="Arial"/>
              </a:rPr>
              <a:t>-</a:t>
            </a:r>
            <a:r>
              <a:rPr sz="1550" b="1" spc="125" dirty="0">
                <a:solidFill>
                  <a:srgbClr val="A8A8CC"/>
                </a:solidFill>
                <a:latin typeface="Arial"/>
                <a:cs typeface="Arial"/>
              </a:rPr>
              <a:t>v</a:t>
            </a:r>
            <a:r>
              <a:rPr sz="1550" b="1" spc="330" dirty="0">
                <a:solidFill>
                  <a:srgbClr val="A8A8CC"/>
                </a:solidFill>
                <a:latin typeface="Arial"/>
                <a:cs typeface="Arial"/>
              </a:rPr>
              <a:t> </a:t>
            </a:r>
            <a:r>
              <a:rPr sz="3825" spc="-1245" baseline="-28322" dirty="0">
                <a:solidFill>
                  <a:srgbClr val="AA9399"/>
                </a:solidFill>
                <a:latin typeface="Arial"/>
                <a:cs typeface="Arial"/>
              </a:rPr>
              <a:t>-</a:t>
            </a:r>
            <a:r>
              <a:rPr sz="1550" spc="-50" dirty="0">
                <a:solidFill>
                  <a:srgbClr val="72956E"/>
                </a:solidFill>
                <a:latin typeface="Arial"/>
                <a:cs typeface="Arial"/>
              </a:rPr>
              <a:t>-</a:t>
            </a:r>
            <a:endParaRPr sz="1550">
              <a:latin typeface="Arial"/>
              <a:cs typeface="Arial"/>
            </a:endParaRPr>
          </a:p>
        </p:txBody>
      </p:sp>
      <p:sp>
        <p:nvSpPr>
          <p:cNvPr id="39" name="object 39"/>
          <p:cNvSpPr/>
          <p:nvPr/>
        </p:nvSpPr>
        <p:spPr>
          <a:xfrm>
            <a:off x="1121217" y="8410649"/>
            <a:ext cx="110489" cy="265430"/>
          </a:xfrm>
          <a:custGeom>
            <a:avLst/>
            <a:gdLst/>
            <a:ahLst/>
            <a:cxnLst/>
            <a:rect l="l" t="t" r="r" b="b"/>
            <a:pathLst>
              <a:path w="110490" h="265429">
                <a:moveTo>
                  <a:pt x="110116" y="265030"/>
                </a:moveTo>
                <a:lnTo>
                  <a:pt x="0" y="265030"/>
                </a:lnTo>
                <a:lnTo>
                  <a:pt x="0" y="0"/>
                </a:lnTo>
                <a:lnTo>
                  <a:pt x="110116" y="0"/>
                </a:lnTo>
                <a:lnTo>
                  <a:pt x="110116" y="265030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407747" y="8402466"/>
            <a:ext cx="165735" cy="279400"/>
          </a:xfrm>
          <a:custGeom>
            <a:avLst/>
            <a:gdLst/>
            <a:ahLst/>
            <a:cxnLst/>
            <a:rect l="l" t="t" r="r" b="b"/>
            <a:pathLst>
              <a:path w="165734" h="279400">
                <a:moveTo>
                  <a:pt x="165174" y="279331"/>
                </a:moveTo>
                <a:lnTo>
                  <a:pt x="0" y="279331"/>
                </a:lnTo>
                <a:lnTo>
                  <a:pt x="0" y="0"/>
                </a:lnTo>
                <a:lnTo>
                  <a:pt x="165174" y="0"/>
                </a:lnTo>
                <a:lnTo>
                  <a:pt x="165174" y="279331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 txBox="1"/>
          <p:nvPr/>
        </p:nvSpPr>
        <p:spPr>
          <a:xfrm>
            <a:off x="1108517" y="8397864"/>
            <a:ext cx="1210945" cy="271145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0"/>
              </a:spcBef>
            </a:pPr>
            <a:r>
              <a:rPr sz="1550" spc="250" dirty="0">
                <a:solidFill>
                  <a:srgbClr val="B8A5AC"/>
                </a:solidFill>
                <a:latin typeface="Times New Roman"/>
                <a:cs typeface="Times New Roman"/>
              </a:rPr>
              <a:t>=</a:t>
            </a:r>
            <a:r>
              <a:rPr sz="1550" spc="250" dirty="0">
                <a:solidFill>
                  <a:srgbClr val="A8A8CC"/>
                </a:solidFill>
                <a:latin typeface="Arial"/>
                <a:cs typeface="Arial"/>
              </a:rPr>
              <a:t>♦</a:t>
            </a:r>
            <a:r>
              <a:rPr sz="1600" spc="250" dirty="0">
                <a:solidFill>
                  <a:srgbClr val="A8A8CC"/>
                </a:solidFill>
                <a:latin typeface="Arial"/>
                <a:cs typeface="Arial"/>
              </a:rPr>
              <a:t>-</a:t>
            </a:r>
            <a:r>
              <a:rPr sz="1600" spc="180" dirty="0">
                <a:solidFill>
                  <a:srgbClr val="A8A8CC"/>
                </a:solidFill>
                <a:latin typeface="Arial"/>
                <a:cs typeface="Arial"/>
              </a:rPr>
              <a:t>-</a:t>
            </a:r>
            <a:r>
              <a:rPr sz="1600" spc="245" dirty="0">
                <a:solidFill>
                  <a:srgbClr val="A8A8CC"/>
                </a:solidFill>
                <a:latin typeface="Arial"/>
                <a:cs typeface="Arial"/>
              </a:rPr>
              <a:t>=-</a:t>
            </a:r>
            <a:r>
              <a:rPr sz="1600" spc="185" dirty="0">
                <a:solidFill>
                  <a:srgbClr val="A8A8CC"/>
                </a:solidFill>
                <a:latin typeface="Arial"/>
                <a:cs typeface="Arial"/>
              </a:rPr>
              <a:t>-</a:t>
            </a:r>
            <a:r>
              <a:rPr sz="1600" spc="175" dirty="0">
                <a:solidFill>
                  <a:srgbClr val="72956E"/>
                </a:solidFill>
                <a:latin typeface="Arial"/>
                <a:cs typeface="Arial"/>
              </a:rPr>
              <a:t>-</a:t>
            </a:r>
            <a:r>
              <a:rPr sz="1600" spc="30" dirty="0">
                <a:solidFill>
                  <a:srgbClr val="A8A8CC"/>
                </a:solidFill>
                <a:latin typeface="Arial"/>
                <a:cs typeface="Arial"/>
              </a:rPr>
              <a:t>�</a:t>
            </a:r>
            <a:r>
              <a:rPr sz="1600" spc="30" dirty="0">
                <a:solidFill>
                  <a:srgbClr val="72956E"/>
                </a:solidFill>
                <a:latin typeface="Arial"/>
                <a:cs typeface="Arial"/>
              </a:rPr>
              <a:t>-</a:t>
            </a:r>
            <a:endParaRPr sz="1600">
              <a:latin typeface="Arial"/>
              <a:cs typeface="Arial"/>
            </a:endParaRPr>
          </a:p>
        </p:txBody>
      </p:sp>
      <p:sp>
        <p:nvSpPr>
          <p:cNvPr id="42" name="object 42"/>
          <p:cNvSpPr/>
          <p:nvPr/>
        </p:nvSpPr>
        <p:spPr>
          <a:xfrm>
            <a:off x="2012708" y="8480902"/>
            <a:ext cx="110489" cy="286385"/>
          </a:xfrm>
          <a:custGeom>
            <a:avLst/>
            <a:gdLst/>
            <a:ahLst/>
            <a:cxnLst/>
            <a:rect l="l" t="t" r="r" b="b"/>
            <a:pathLst>
              <a:path w="110489" h="286384">
                <a:moveTo>
                  <a:pt x="110116" y="286233"/>
                </a:moveTo>
                <a:lnTo>
                  <a:pt x="0" y="286233"/>
                </a:lnTo>
                <a:lnTo>
                  <a:pt x="0" y="0"/>
                </a:lnTo>
                <a:lnTo>
                  <a:pt x="110116" y="0"/>
                </a:lnTo>
                <a:lnTo>
                  <a:pt x="110116" y="286233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2304512" y="8435881"/>
            <a:ext cx="78740" cy="349250"/>
          </a:xfrm>
          <a:custGeom>
            <a:avLst/>
            <a:gdLst/>
            <a:ahLst/>
            <a:cxnLst/>
            <a:rect l="l" t="t" r="r" b="b"/>
            <a:pathLst>
              <a:path w="78739" h="349250">
                <a:moveTo>
                  <a:pt x="78654" y="349163"/>
                </a:moveTo>
                <a:lnTo>
                  <a:pt x="0" y="349163"/>
                </a:lnTo>
                <a:lnTo>
                  <a:pt x="0" y="0"/>
                </a:lnTo>
                <a:lnTo>
                  <a:pt x="78654" y="0"/>
                </a:lnTo>
                <a:lnTo>
                  <a:pt x="78654" y="349163"/>
                </a:lnTo>
                <a:close/>
              </a:path>
            </a:pathLst>
          </a:custGeom>
          <a:solidFill>
            <a:srgbClr val="F2E2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 txBox="1"/>
          <p:nvPr/>
        </p:nvSpPr>
        <p:spPr>
          <a:xfrm>
            <a:off x="2000009" y="8433302"/>
            <a:ext cx="431800" cy="332740"/>
          </a:xfrm>
          <a:prstGeom prst="rect">
            <a:avLst/>
          </a:prstGeom>
        </p:spPr>
        <p:txBody>
          <a:bodyPr vert="horz" wrap="square" lIns="0" tIns="14604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4"/>
              </a:spcBef>
              <a:tabLst>
                <a:tab pos="304165" algn="l"/>
              </a:tabLst>
            </a:pPr>
            <a:r>
              <a:rPr sz="1650" spc="140" dirty="0">
                <a:solidFill>
                  <a:srgbClr val="B8A5AC"/>
                </a:solidFill>
                <a:latin typeface="Times New Roman"/>
                <a:cs typeface="Times New Roman"/>
              </a:rPr>
              <a:t>-</a:t>
            </a:r>
            <a:r>
              <a:rPr sz="1650" dirty="0">
                <a:solidFill>
                  <a:srgbClr val="B8A5AC"/>
                </a:solidFill>
                <a:latin typeface="Times New Roman"/>
                <a:cs typeface="Times New Roman"/>
              </a:rPr>
              <a:t>	</a:t>
            </a:r>
            <a:r>
              <a:rPr sz="2000" spc="180" dirty="0">
                <a:solidFill>
                  <a:srgbClr val="B8A5AC"/>
                </a:solidFill>
                <a:latin typeface="Arial"/>
                <a:cs typeface="Arial"/>
              </a:rPr>
              <a:t>-</a:t>
            </a:r>
            <a:endParaRPr sz="2000">
              <a:latin typeface="Arial"/>
              <a:cs typeface="Arial"/>
            </a:endParaRPr>
          </a:p>
        </p:txBody>
      </p:sp>
      <p:sp>
        <p:nvSpPr>
          <p:cNvPr id="45" name="object 45"/>
          <p:cNvSpPr txBox="1"/>
          <p:nvPr/>
        </p:nvSpPr>
        <p:spPr>
          <a:xfrm>
            <a:off x="1105717" y="8185239"/>
            <a:ext cx="1281430" cy="706120"/>
          </a:xfrm>
          <a:prstGeom prst="rect">
            <a:avLst/>
          </a:prstGeom>
        </p:spPr>
        <p:txBody>
          <a:bodyPr vert="horz" wrap="square" lIns="0" tIns="146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15"/>
              </a:spcBef>
              <a:tabLst>
                <a:tab pos="647065" algn="l"/>
                <a:tab pos="1176655" algn="l"/>
              </a:tabLst>
            </a:pPr>
            <a:r>
              <a:rPr sz="1600" dirty="0">
                <a:solidFill>
                  <a:srgbClr val="AA9399"/>
                </a:solidFill>
                <a:latin typeface="Arial"/>
                <a:cs typeface="Arial"/>
              </a:rPr>
              <a:t>-</a:t>
            </a:r>
            <a:r>
              <a:rPr sz="1600" spc="-10" dirty="0">
                <a:solidFill>
                  <a:srgbClr val="BFB8B8"/>
                </a:solidFill>
                <a:latin typeface="Arial"/>
                <a:cs typeface="Arial"/>
              </a:rPr>
              <a:t>.....</a:t>
            </a:r>
            <a:r>
              <a:rPr sz="1600" dirty="0">
                <a:solidFill>
                  <a:srgbClr val="BFB8B8"/>
                </a:solidFill>
                <a:latin typeface="Arial"/>
                <a:cs typeface="Arial"/>
              </a:rPr>
              <a:t>	</a:t>
            </a:r>
            <a:r>
              <a:rPr sz="4450" spc="25" dirty="0">
                <a:solidFill>
                  <a:srgbClr val="A8A8CC"/>
                </a:solidFill>
                <a:latin typeface="Times New Roman"/>
                <a:cs typeface="Times New Roman"/>
              </a:rPr>
              <a:t>.</a:t>
            </a:r>
            <a:r>
              <a:rPr sz="4450" dirty="0">
                <a:solidFill>
                  <a:srgbClr val="A8A8CC"/>
                </a:solidFill>
                <a:latin typeface="Times New Roman"/>
                <a:cs typeface="Times New Roman"/>
              </a:rPr>
              <a:t>	</a:t>
            </a:r>
            <a:r>
              <a:rPr sz="900" spc="-50" dirty="0">
                <a:solidFill>
                  <a:srgbClr val="907980"/>
                </a:solidFill>
                <a:latin typeface="Arial"/>
                <a:cs typeface="Arial"/>
              </a:rPr>
              <a:t>··</a:t>
            </a:r>
            <a:r>
              <a:rPr sz="900" spc="-50" dirty="0">
                <a:solidFill>
                  <a:srgbClr val="AA9399"/>
                </a:solidFill>
                <a:latin typeface="Arial"/>
                <a:cs typeface="Arial"/>
              </a:rPr>
              <a:t>-</a:t>
            </a:r>
            <a:endParaRPr sz="900">
              <a:latin typeface="Arial"/>
              <a:cs typeface="Arial"/>
            </a:endParaRPr>
          </a:p>
        </p:txBody>
      </p:sp>
      <p:sp>
        <p:nvSpPr>
          <p:cNvPr id="46" name="object 46"/>
          <p:cNvSpPr txBox="1"/>
          <p:nvPr/>
        </p:nvSpPr>
        <p:spPr>
          <a:xfrm>
            <a:off x="2891879" y="7866774"/>
            <a:ext cx="8009255" cy="852169"/>
          </a:xfrm>
          <a:prstGeom prst="rect">
            <a:avLst/>
          </a:prstGeom>
        </p:spPr>
        <p:txBody>
          <a:bodyPr vert="horz" wrap="square" lIns="0" tIns="13589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70"/>
              </a:spcBef>
            </a:pPr>
            <a:r>
              <a:rPr sz="1600" spc="50" dirty="0">
                <a:solidFill>
                  <a:srgbClr val="464954"/>
                </a:solidFill>
                <a:latin typeface="Arial"/>
                <a:cs typeface="Arial"/>
                <a:hlinkClick r:id="rId9"/>
              </a:rPr>
              <a:t>https://upload.wikimedia.org/wikipedia/commons/6/6a/ER_Diagram_M</a:t>
            </a:r>
            <a:r>
              <a:rPr sz="1600" spc="15" dirty="0">
                <a:solidFill>
                  <a:srgbClr val="464954"/>
                </a:solidFill>
                <a:latin typeface="Arial"/>
                <a:cs typeface="Arial"/>
                <a:hlinkClick r:id="rId9"/>
              </a:rPr>
              <a:t> </a:t>
            </a:r>
            <a:r>
              <a:rPr sz="1600" spc="-10" dirty="0">
                <a:solidFill>
                  <a:srgbClr val="464954"/>
                </a:solidFill>
                <a:latin typeface="Arial"/>
                <a:cs typeface="Arial"/>
              </a:rPr>
              <a:t>MORPG</a:t>
            </a:r>
            <a:r>
              <a:rPr sz="1600" spc="-10" dirty="0">
                <a:solidFill>
                  <a:srgbClr val="282821"/>
                </a:solidFill>
                <a:latin typeface="Arial"/>
                <a:cs typeface="Arial"/>
              </a:rPr>
              <a:t>.</a:t>
            </a:r>
            <a:r>
              <a:rPr sz="1600" spc="-10" dirty="0">
                <a:solidFill>
                  <a:srgbClr val="464954"/>
                </a:solidFill>
                <a:latin typeface="Arial"/>
                <a:cs typeface="Arial"/>
              </a:rPr>
              <a:t>svg</a:t>
            </a:r>
            <a:endParaRPr sz="1600">
              <a:latin typeface="Arial"/>
              <a:cs typeface="Arial"/>
            </a:endParaRPr>
          </a:p>
          <a:p>
            <a:pPr marL="13970">
              <a:lnSpc>
                <a:spcPct val="100000"/>
              </a:lnSpc>
              <a:spcBef>
                <a:spcPts val="1215"/>
              </a:spcBef>
            </a:pPr>
            <a:r>
              <a:rPr sz="2000" dirty="0">
                <a:solidFill>
                  <a:srgbClr val="464954"/>
                </a:solidFill>
                <a:latin typeface="Arial"/>
                <a:cs typeface="Arial"/>
              </a:rPr>
              <a:t>Source:</a:t>
            </a:r>
            <a:r>
              <a:rPr sz="2000" spc="305" dirty="0">
                <a:solidFill>
                  <a:srgbClr val="464954"/>
                </a:solidFill>
                <a:latin typeface="Arial"/>
                <a:cs typeface="Arial"/>
              </a:rPr>
              <a:t> </a:t>
            </a:r>
            <a:r>
              <a:rPr sz="2000" spc="35" dirty="0">
                <a:solidFill>
                  <a:srgbClr val="574DC8"/>
                </a:solidFill>
                <a:latin typeface="Arial"/>
                <a:cs typeface="Arial"/>
              </a:rPr>
              <a:t>en.wikipedia.org</a:t>
            </a:r>
            <a:endParaRPr sz="2000">
              <a:latin typeface="Arial"/>
              <a:cs typeface="Arial"/>
            </a:endParaRPr>
          </a:p>
        </p:txBody>
      </p:sp>
      <p:pic>
        <p:nvPicPr>
          <p:cNvPr id="47" name="Kép 46">
            <a:extLst>
              <a:ext uri="{FF2B5EF4-FFF2-40B4-BE49-F238E27FC236}">
                <a16:creationId xmlns:a16="http://schemas.microsoft.com/office/drawing/2014/main" id="{84F0B9D6-0CAF-44C2-9238-7816DDD3848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2489" y="4040321"/>
            <a:ext cx="1444088" cy="93502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1549</Words>
  <Application>Microsoft Office PowerPoint</Application>
  <PresentationFormat>Egyéni</PresentationFormat>
  <Paragraphs>299</Paragraphs>
  <Slides>13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13</vt:i4>
      </vt:variant>
    </vt:vector>
  </HeadingPairs>
  <TitlesOfParts>
    <vt:vector size="18" baseType="lpstr">
      <vt:lpstr>Arial</vt:lpstr>
      <vt:lpstr>Calibri</vt:lpstr>
      <vt:lpstr>Courier New</vt:lpstr>
      <vt:lpstr>Times New Roman</vt:lpstr>
      <vt:lpstr>Office Theme</vt:lpstr>
      <vt:lpstr>PowerPoint-bemutató</vt:lpstr>
      <vt:lpstr>MIÉRT VAN SZÜKSÉG A FELVEO-RA?</vt:lpstr>
      <vt:lpstr>TÉMAMAGADÁS:FELVEO</vt:lpstr>
      <vt:lpstr>ADATKEZELÉS: INTELLIGENS IMPORT</vt:lpstr>
      <vt:lpstr>EREDMÉNYEK &amp; DOLGOZATOK</vt:lpstr>
      <vt:lpstr>PowerPoint-bemutató</vt:lpstr>
      <vt:lpstr>ADATBÁZIS ARCHITEKTÚRA</vt:lpstr>
      <vt:lpstr>PowerPoint-bemutató</vt:lpstr>
      <vt:lpstr>BIZTONSÁG ÉS MEGBÍZHATÓSÁG</vt:lpstr>
      <vt:lpstr>PowerPoint-bemutató</vt:lpstr>
      <vt:lpstr>ÖSSZEGZÉS ÉS JÖVŐKÉP</vt:lpstr>
      <vt:lpstr>PowerPoint-bemutató</vt:lpstr>
      <vt:lpstr>IMAGE SOURCES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cp:lastModifiedBy>Fotelharc0s</cp:lastModifiedBy>
  <cp:revision>10</cp:revision>
  <dcterms:created xsi:type="dcterms:W3CDTF">2026-04-14T09:21:34Z</dcterms:created>
  <dcterms:modified xsi:type="dcterms:W3CDTF">2026-04-15T09:23:10Z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2026-04-14T00:00:00Z</vt:filetime>
  </property>
  <property fmtid="{D5CDD505-2E9C-101B-9397-08002B2CF9AE}" pid="3" name="LastSaved">
    <vt:filetime>2026-04-14T00:00:00Z</vt:filetime>
  </property>
</Properties>
</file>