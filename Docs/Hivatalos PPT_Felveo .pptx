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44F6"/>
    <a:srgbClr val="004A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444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1" i="0">
                <a:solidFill>
                  <a:srgbClr val="0E44F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1" i="0">
                <a:solidFill>
                  <a:srgbClr val="0E44F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1" i="0">
                <a:solidFill>
                  <a:srgbClr val="0E44F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1" i="0">
                <a:solidFill>
                  <a:srgbClr val="0E44F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89278" y="822138"/>
            <a:ext cx="2613025" cy="706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1" i="0">
                <a:solidFill>
                  <a:srgbClr val="0E44F6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g"/><Relationship Id="rId5" Type="http://schemas.openxmlformats.org/officeDocument/2006/relationships/image" Target="../media/image15.jpg"/><Relationship Id="rId4" Type="http://schemas.openxmlformats.org/officeDocument/2006/relationships/image" Target="../media/image1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5" Type="http://schemas.openxmlformats.org/officeDocument/2006/relationships/image" Target="../media/image28.jp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g"/><Relationship Id="rId3" Type="http://schemas.openxmlformats.org/officeDocument/2006/relationships/image" Target="../media/image35.jpg"/><Relationship Id="rId7" Type="http://schemas.openxmlformats.org/officeDocument/2006/relationships/image" Target="../media/image39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g"/><Relationship Id="rId11" Type="http://schemas.openxmlformats.org/officeDocument/2006/relationships/image" Target="../media/image43.png"/><Relationship Id="rId5" Type="http://schemas.openxmlformats.org/officeDocument/2006/relationships/image" Target="../media/image37.jpg"/><Relationship Id="rId10" Type="http://schemas.openxmlformats.org/officeDocument/2006/relationships/image" Target="../media/image42.png"/><Relationship Id="rId4" Type="http://schemas.openxmlformats.org/officeDocument/2006/relationships/image" Target="../media/image36.jpg"/><Relationship Id="rId9" Type="http://schemas.openxmlformats.org/officeDocument/2006/relationships/image" Target="../media/image41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2274" y="2578181"/>
            <a:ext cx="865198" cy="12284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45013" y="2590807"/>
            <a:ext cx="880928" cy="12284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34942" y="2590807"/>
            <a:ext cx="1934897" cy="12284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2049" y="2610754"/>
            <a:ext cx="880928" cy="122849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795188" y="2587129"/>
            <a:ext cx="1289931" cy="127574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718908" y="959305"/>
            <a:ext cx="9038942" cy="57131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600" b="1" spc="405" dirty="0">
                <a:solidFill>
                  <a:srgbClr val="133FED"/>
                </a:solidFill>
                <a:latin typeface="Arial"/>
                <a:cs typeface="Arial"/>
              </a:rPr>
              <a:t>PROJEKT</a:t>
            </a:r>
            <a:r>
              <a:rPr lang="hu-HU" sz="3600" b="1" spc="405" dirty="0">
                <a:solidFill>
                  <a:srgbClr val="133FED"/>
                </a:solidFill>
                <a:latin typeface="Arial"/>
                <a:cs typeface="Arial"/>
              </a:rPr>
              <a:t> DOKUMENTÁCIÓ</a:t>
            </a:r>
            <a:endParaRPr sz="36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1083" y="7884953"/>
            <a:ext cx="5503367" cy="704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680"/>
              </a:lnSpc>
              <a:spcBef>
                <a:spcPts val="95"/>
              </a:spcBef>
            </a:pPr>
            <a:r>
              <a:rPr sz="2800" b="1" spc="-10" dirty="0">
                <a:solidFill>
                  <a:srgbClr val="111626"/>
                </a:solidFill>
                <a:latin typeface="Arial"/>
                <a:cs typeface="Arial"/>
              </a:rPr>
              <a:t>K</a:t>
            </a:r>
            <a:r>
              <a:rPr lang="hu-HU" sz="2800" b="1" spc="-10" dirty="0">
                <a:solidFill>
                  <a:srgbClr val="111626"/>
                </a:solidFill>
                <a:latin typeface="Arial"/>
                <a:cs typeface="Arial"/>
              </a:rPr>
              <a:t>é</a:t>
            </a:r>
            <a:r>
              <a:rPr sz="2800" b="1" spc="-10" dirty="0" err="1">
                <a:solidFill>
                  <a:srgbClr val="111626"/>
                </a:solidFill>
                <a:latin typeface="Arial"/>
                <a:cs typeface="Arial"/>
              </a:rPr>
              <a:t>szitett</a:t>
            </a:r>
            <a:r>
              <a:rPr lang="hu-HU" sz="2800" b="1" spc="-10" dirty="0">
                <a:solidFill>
                  <a:srgbClr val="111626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111626"/>
                </a:solidFill>
                <a:latin typeface="Arial"/>
                <a:cs typeface="Arial"/>
              </a:rPr>
              <a:t>k:</a:t>
            </a:r>
            <a:endParaRPr sz="2800" dirty="0">
              <a:latin typeface="Arial"/>
              <a:cs typeface="Arial"/>
            </a:endParaRPr>
          </a:p>
          <a:p>
            <a:pPr marL="12700">
              <a:lnSpc>
                <a:spcPts val="2680"/>
              </a:lnSpc>
            </a:pPr>
            <a:r>
              <a:rPr sz="2800" dirty="0">
                <a:solidFill>
                  <a:srgbClr val="111626"/>
                </a:solidFill>
                <a:latin typeface="Arial"/>
                <a:cs typeface="Arial"/>
              </a:rPr>
              <a:t>Svelta</a:t>
            </a:r>
            <a:r>
              <a:rPr sz="2800" spc="105" dirty="0">
                <a:solidFill>
                  <a:srgbClr val="111626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111626"/>
                </a:solidFill>
                <a:latin typeface="Arial"/>
                <a:cs typeface="Arial"/>
              </a:rPr>
              <a:t>Levente,</a:t>
            </a:r>
            <a:r>
              <a:rPr sz="2800" spc="265" dirty="0">
                <a:solidFill>
                  <a:srgbClr val="111626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111626"/>
                </a:solidFill>
                <a:latin typeface="Arial"/>
                <a:cs typeface="Arial"/>
              </a:rPr>
              <a:t>Szarvas</a:t>
            </a:r>
            <a:r>
              <a:rPr sz="2800" spc="245" dirty="0">
                <a:solidFill>
                  <a:srgbClr val="111626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111626"/>
                </a:solidFill>
                <a:latin typeface="Arial"/>
                <a:cs typeface="Arial"/>
              </a:rPr>
              <a:t>Mil</a:t>
            </a:r>
            <a:r>
              <a:rPr lang="hu-HU" sz="2800" spc="-10" dirty="0">
                <a:solidFill>
                  <a:srgbClr val="111626"/>
                </a:solidFill>
                <a:latin typeface="Arial"/>
                <a:cs typeface="Arial"/>
              </a:rPr>
              <a:t>á</a:t>
            </a:r>
            <a:r>
              <a:rPr sz="2800" spc="-10" dirty="0">
                <a:solidFill>
                  <a:srgbClr val="111626"/>
                </a:solidFill>
                <a:latin typeface="Arial"/>
                <a:cs typeface="Arial"/>
              </a:rPr>
              <a:t>n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44573" y="8058077"/>
            <a:ext cx="7050801" cy="704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320">
              <a:lnSpc>
                <a:spcPts val="2650"/>
              </a:lnSpc>
              <a:spcBef>
                <a:spcPts val="95"/>
              </a:spcBef>
            </a:pPr>
            <a:r>
              <a:rPr sz="2800" b="1" spc="-10" dirty="0">
                <a:solidFill>
                  <a:srgbClr val="111626"/>
                </a:solidFill>
                <a:latin typeface="Arial"/>
                <a:cs typeface="Arial"/>
              </a:rPr>
              <a:t>T</a:t>
            </a:r>
            <a:r>
              <a:rPr lang="hu-HU" sz="2800" b="1" spc="-10" dirty="0">
                <a:solidFill>
                  <a:srgbClr val="111626"/>
                </a:solidFill>
                <a:latin typeface="Arial"/>
                <a:cs typeface="Arial"/>
              </a:rPr>
              <a:t>é</a:t>
            </a:r>
            <a:r>
              <a:rPr sz="2800" b="1" spc="-10" dirty="0" err="1">
                <a:solidFill>
                  <a:srgbClr val="111626"/>
                </a:solidFill>
                <a:latin typeface="Arial"/>
                <a:cs typeface="Arial"/>
              </a:rPr>
              <a:t>mavezet</a:t>
            </a:r>
            <a:r>
              <a:rPr lang="hu-HU" sz="2800" b="1" spc="-10" dirty="0">
                <a:solidFill>
                  <a:srgbClr val="111626"/>
                </a:solidFill>
                <a:latin typeface="Arial"/>
                <a:cs typeface="Arial"/>
              </a:rPr>
              <a:t>ő</a:t>
            </a:r>
            <a:r>
              <a:rPr sz="2800" b="1" spc="-10" dirty="0">
                <a:solidFill>
                  <a:srgbClr val="111626"/>
                </a:solidFill>
                <a:latin typeface="Arial"/>
                <a:cs typeface="Arial"/>
              </a:rPr>
              <a:t>:</a:t>
            </a:r>
            <a:endParaRPr sz="2800" dirty="0">
              <a:latin typeface="Arial"/>
              <a:cs typeface="Arial"/>
            </a:endParaRPr>
          </a:p>
          <a:p>
            <a:pPr marL="12700">
              <a:lnSpc>
                <a:spcPts val="2650"/>
              </a:lnSpc>
            </a:pPr>
            <a:r>
              <a:rPr sz="2800" dirty="0">
                <a:solidFill>
                  <a:srgbClr val="111626"/>
                </a:solidFill>
                <a:latin typeface="Arial"/>
                <a:cs typeface="Arial"/>
              </a:rPr>
              <a:t>Nagy</a:t>
            </a:r>
            <a:r>
              <a:rPr sz="2800" spc="220" dirty="0">
                <a:solidFill>
                  <a:srgbClr val="111626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111626"/>
                </a:solidFill>
                <a:latin typeface="Arial"/>
                <a:cs typeface="Arial"/>
              </a:rPr>
              <a:t>Attila</a:t>
            </a:r>
            <a:r>
              <a:rPr sz="2800" spc="270" dirty="0">
                <a:solidFill>
                  <a:srgbClr val="111626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111626"/>
                </a:solidFill>
                <a:latin typeface="Arial"/>
                <a:cs typeface="Arial"/>
              </a:rPr>
              <a:t>(</a:t>
            </a:r>
            <a:r>
              <a:rPr sz="2800" dirty="0" err="1">
                <a:solidFill>
                  <a:srgbClr val="111626"/>
                </a:solidFill>
                <a:latin typeface="Arial"/>
                <a:cs typeface="Arial"/>
              </a:rPr>
              <a:t>lnformatika</a:t>
            </a:r>
            <a:r>
              <a:rPr sz="2800" spc="300" dirty="0">
                <a:solidFill>
                  <a:srgbClr val="111626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111626"/>
                </a:solidFill>
                <a:latin typeface="Arial"/>
                <a:cs typeface="Arial"/>
              </a:rPr>
              <a:t>m</a:t>
            </a:r>
            <a:r>
              <a:rPr lang="hu-HU" sz="2800" spc="-10" dirty="0">
                <a:solidFill>
                  <a:srgbClr val="111626"/>
                </a:solidFill>
                <a:latin typeface="Arial"/>
                <a:cs typeface="Arial"/>
              </a:rPr>
              <a:t>é</a:t>
            </a:r>
            <a:r>
              <a:rPr sz="2800" spc="-10" dirty="0" err="1">
                <a:solidFill>
                  <a:srgbClr val="111626"/>
                </a:solidFill>
                <a:latin typeface="Arial"/>
                <a:cs typeface="Arial"/>
              </a:rPr>
              <a:t>rn</a:t>
            </a:r>
            <a:r>
              <a:rPr lang="hu-HU" sz="2800" spc="-10" dirty="0">
                <a:solidFill>
                  <a:srgbClr val="111626"/>
                </a:solidFill>
                <a:latin typeface="Arial"/>
                <a:cs typeface="Arial"/>
              </a:rPr>
              <a:t>ö</a:t>
            </a:r>
            <a:r>
              <a:rPr sz="2800" spc="-10" dirty="0" err="1">
                <a:solidFill>
                  <a:srgbClr val="111626"/>
                </a:solidFill>
                <a:latin typeface="Arial"/>
                <a:cs typeface="Arial"/>
              </a:rPr>
              <a:t>ktan</a:t>
            </a:r>
            <a:r>
              <a:rPr lang="hu-HU" sz="2800" spc="-10" dirty="0">
                <a:solidFill>
                  <a:srgbClr val="111626"/>
                </a:solidFill>
                <a:latin typeface="Arial"/>
                <a:cs typeface="Arial"/>
              </a:rPr>
              <a:t>á</a:t>
            </a:r>
            <a:r>
              <a:rPr sz="2800" spc="-10" dirty="0">
                <a:solidFill>
                  <a:srgbClr val="111626"/>
                </a:solidFill>
                <a:latin typeface="Arial"/>
                <a:cs typeface="Arial"/>
              </a:rPr>
              <a:t>r)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08888" y="10607675"/>
            <a:ext cx="2717167" cy="445634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800" dirty="0" err="1">
                <a:solidFill>
                  <a:schemeClr val="bg1">
                    <a:lumMod val="65000"/>
                  </a:schemeClr>
                </a:solidFill>
                <a:latin typeface="Arial"/>
                <a:cs typeface="Arial"/>
              </a:rPr>
              <a:t>Edel</a:t>
            </a:r>
            <a:r>
              <a:rPr lang="hu-HU" sz="2800" dirty="0">
                <a:solidFill>
                  <a:schemeClr val="bg1">
                    <a:lumMod val="65000"/>
                  </a:schemeClr>
                </a:solidFill>
                <a:latin typeface="Arial"/>
                <a:cs typeface="Arial"/>
              </a:rPr>
              <a:t>é</a:t>
            </a:r>
            <a:r>
              <a:rPr sz="2800" dirty="0" err="1">
                <a:solidFill>
                  <a:schemeClr val="bg1">
                    <a:lumMod val="65000"/>
                  </a:schemeClr>
                </a:solidFill>
                <a:latin typeface="Arial"/>
                <a:cs typeface="Arial"/>
              </a:rPr>
              <a:t>ny</a:t>
            </a:r>
            <a:r>
              <a:rPr lang="hu-HU" sz="2800" dirty="0">
                <a:solidFill>
                  <a:schemeClr val="bg1">
                    <a:lumMod val="65000"/>
                  </a:schemeClr>
                </a:solidFill>
                <a:latin typeface="Arial"/>
                <a:cs typeface="Arial"/>
              </a:rPr>
              <a:t>,</a:t>
            </a:r>
            <a:r>
              <a:rPr sz="2800" spc="-50" dirty="0">
                <a:solidFill>
                  <a:schemeClr val="bg1">
                    <a:lumMod val="65000"/>
                  </a:schemeClr>
                </a:solidFill>
                <a:latin typeface="Arial"/>
                <a:cs typeface="Arial"/>
              </a:rPr>
              <a:t> </a:t>
            </a:r>
            <a:r>
              <a:rPr sz="2800" spc="90" dirty="0">
                <a:solidFill>
                  <a:schemeClr val="bg1">
                    <a:lumMod val="65000"/>
                  </a:schemeClr>
                </a:solidFill>
                <a:latin typeface="Arial"/>
                <a:cs typeface="Arial"/>
              </a:rPr>
              <a:t>2026</a:t>
            </a:r>
            <a:endParaRPr sz="2800" dirty="0">
              <a:solidFill>
                <a:schemeClr val="bg1">
                  <a:lumMod val="65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880850" y="10046064"/>
            <a:ext cx="7954237" cy="876521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hu-HU" sz="2800" dirty="0">
                <a:solidFill>
                  <a:schemeClr val="bg1">
                    <a:lumMod val="65000"/>
                  </a:schemeClr>
                </a:solidFill>
              </a:rPr>
              <a:t>Szent János Görögkatolikus Gimnázium, Szakgimnázium, Technikum, Kollégium és Óvoda</a:t>
            </a:r>
            <a:endParaRPr sz="2800" dirty="0">
              <a:solidFill>
                <a:schemeClr val="bg1">
                  <a:lumMod val="65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25B94B4E-3645-4925-A6F5-6243688CC518}"/>
              </a:ext>
            </a:extLst>
          </p:cNvPr>
          <p:cNvSpPr txBox="1"/>
          <p:nvPr/>
        </p:nvSpPr>
        <p:spPr>
          <a:xfrm>
            <a:off x="-38939" y="4803495"/>
            <a:ext cx="149581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800" spc="-60" dirty="0">
                <a:solidFill>
                  <a:srgbClr val="647282"/>
                </a:solidFill>
                <a:latin typeface="Arial"/>
                <a:cs typeface="Arial"/>
              </a:rPr>
              <a:t>Digitális </a:t>
            </a:r>
            <a:r>
              <a:rPr lang="hu-HU" sz="4800" spc="140" dirty="0">
                <a:solidFill>
                  <a:srgbClr val="647282"/>
                </a:solidFill>
                <a:latin typeface="Arial"/>
                <a:cs typeface="Arial"/>
              </a:rPr>
              <a:t>Felvételi</a:t>
            </a:r>
            <a:r>
              <a:rPr lang="hu-HU" sz="4800" spc="484" dirty="0">
                <a:solidFill>
                  <a:srgbClr val="647282"/>
                </a:solidFill>
                <a:latin typeface="Arial"/>
                <a:cs typeface="Arial"/>
              </a:rPr>
              <a:t> </a:t>
            </a:r>
            <a:r>
              <a:rPr lang="hu-HU" sz="4800" spc="145" dirty="0">
                <a:solidFill>
                  <a:srgbClr val="647282"/>
                </a:solidFill>
                <a:latin typeface="Arial"/>
                <a:cs typeface="Arial"/>
              </a:rPr>
              <a:t>Vezérlő</a:t>
            </a:r>
            <a:r>
              <a:rPr lang="hu-HU" sz="4800" spc="434" dirty="0">
                <a:solidFill>
                  <a:srgbClr val="647282"/>
                </a:solidFill>
                <a:latin typeface="Arial"/>
                <a:cs typeface="Arial"/>
              </a:rPr>
              <a:t> </a:t>
            </a:r>
            <a:r>
              <a:rPr lang="hu-HU" sz="4800" spc="185" dirty="0">
                <a:solidFill>
                  <a:srgbClr val="647282"/>
                </a:solidFill>
                <a:latin typeface="Arial"/>
                <a:cs typeface="Arial"/>
              </a:rPr>
              <a:t>és</a:t>
            </a:r>
            <a:r>
              <a:rPr lang="hu-HU" sz="4800" spc="360" dirty="0">
                <a:solidFill>
                  <a:srgbClr val="647282"/>
                </a:solidFill>
                <a:latin typeface="Arial"/>
                <a:cs typeface="Arial"/>
              </a:rPr>
              <a:t> </a:t>
            </a:r>
            <a:r>
              <a:rPr lang="hu-HU" sz="4800" spc="140" dirty="0">
                <a:solidFill>
                  <a:srgbClr val="647282"/>
                </a:solidFill>
                <a:latin typeface="Arial"/>
                <a:cs typeface="Arial"/>
              </a:rPr>
              <a:t>Ellenőrző</a:t>
            </a:r>
            <a:r>
              <a:rPr lang="hu-HU" sz="4800" spc="545" dirty="0">
                <a:solidFill>
                  <a:srgbClr val="647282"/>
                </a:solidFill>
                <a:latin typeface="Arial"/>
                <a:cs typeface="Arial"/>
              </a:rPr>
              <a:t> </a:t>
            </a:r>
            <a:r>
              <a:rPr lang="hu-HU" sz="4800" spc="175" dirty="0">
                <a:solidFill>
                  <a:srgbClr val="647282"/>
                </a:solidFill>
                <a:latin typeface="Arial"/>
                <a:cs typeface="Arial"/>
              </a:rPr>
              <a:t>Objektum</a:t>
            </a:r>
            <a:endParaRPr lang="hu-HU" sz="4800" dirty="0">
              <a:latin typeface="Arial"/>
              <a:cs typeface="Arial"/>
            </a:endParaRPr>
          </a:p>
          <a:p>
            <a:endParaRPr lang="hu-HU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728" y="2489287"/>
            <a:ext cx="1431509" cy="14332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9491" y="4687178"/>
            <a:ext cx="1431509" cy="143324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6214" y="6567743"/>
            <a:ext cx="1431509" cy="1433246"/>
          </a:xfrm>
          <a:prstGeom prst="rect">
            <a:avLst/>
          </a:prstGeom>
        </p:spPr>
      </p:pic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222250" y="396875"/>
            <a:ext cx="13386221" cy="634084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ts val="4840"/>
              </a:lnSpc>
              <a:tabLst>
                <a:tab pos="9654540" algn="l"/>
              </a:tabLst>
            </a:pPr>
            <a:r>
              <a:rPr sz="5400" spc="245" dirty="0">
                <a:solidFill>
                  <a:srgbClr val="0E44F4"/>
                </a:solidFill>
              </a:rPr>
              <a:t>MI</a:t>
            </a:r>
            <a:r>
              <a:rPr lang="hu-HU" sz="5400" spc="245" dirty="0">
                <a:solidFill>
                  <a:srgbClr val="0E44F4"/>
                </a:solidFill>
              </a:rPr>
              <a:t>É</a:t>
            </a:r>
            <a:r>
              <a:rPr sz="5400" spc="245" dirty="0">
                <a:solidFill>
                  <a:srgbClr val="0E44F4"/>
                </a:solidFill>
              </a:rPr>
              <a:t>RT</a:t>
            </a:r>
            <a:r>
              <a:rPr sz="5400" spc="-170" dirty="0">
                <a:solidFill>
                  <a:srgbClr val="0E44F4"/>
                </a:solidFill>
              </a:rPr>
              <a:t> </a:t>
            </a:r>
            <a:r>
              <a:rPr sz="5400" spc="275" dirty="0">
                <a:solidFill>
                  <a:srgbClr val="0E44F4"/>
                </a:solidFill>
              </a:rPr>
              <a:t>VAN</a:t>
            </a:r>
            <a:r>
              <a:rPr sz="5400" dirty="0">
                <a:solidFill>
                  <a:srgbClr val="0E44F4"/>
                </a:solidFill>
              </a:rPr>
              <a:t> </a:t>
            </a:r>
            <a:r>
              <a:rPr sz="5400" spc="210" dirty="0">
                <a:solidFill>
                  <a:srgbClr val="0E44F4"/>
                </a:solidFill>
              </a:rPr>
              <a:t>SZ</a:t>
            </a:r>
            <a:r>
              <a:rPr lang="hu-HU" sz="5400" spc="210" dirty="0">
                <a:solidFill>
                  <a:srgbClr val="0E44F4"/>
                </a:solidFill>
              </a:rPr>
              <a:t>Ü</a:t>
            </a:r>
            <a:r>
              <a:rPr sz="5400" spc="210" dirty="0">
                <a:solidFill>
                  <a:srgbClr val="0E44F4"/>
                </a:solidFill>
              </a:rPr>
              <a:t>KS</a:t>
            </a:r>
            <a:r>
              <a:rPr lang="hu-HU" sz="5400" spc="210" dirty="0">
                <a:solidFill>
                  <a:srgbClr val="0E44F4"/>
                </a:solidFill>
              </a:rPr>
              <a:t>É</a:t>
            </a:r>
            <a:r>
              <a:rPr sz="5400" spc="210" dirty="0">
                <a:solidFill>
                  <a:srgbClr val="0E44F4"/>
                </a:solidFill>
              </a:rPr>
              <a:t>G</a:t>
            </a:r>
            <a:r>
              <a:rPr sz="5400" spc="-340" dirty="0">
                <a:solidFill>
                  <a:srgbClr val="0E44F4"/>
                </a:solidFill>
              </a:rPr>
              <a:t> </a:t>
            </a:r>
            <a:r>
              <a:rPr sz="5400" spc="220" dirty="0">
                <a:solidFill>
                  <a:srgbClr val="0E44F4"/>
                </a:solidFill>
              </a:rPr>
              <a:t>A</a:t>
            </a:r>
            <a:r>
              <a:rPr sz="5400" spc="-175" dirty="0">
                <a:solidFill>
                  <a:srgbClr val="0E44F4"/>
                </a:solidFill>
              </a:rPr>
              <a:t> </a:t>
            </a:r>
            <a:r>
              <a:rPr sz="5400" spc="185" dirty="0">
                <a:solidFill>
                  <a:srgbClr val="0E44F4"/>
                </a:solidFill>
              </a:rPr>
              <a:t>FELVE</a:t>
            </a:r>
            <a:r>
              <a:rPr lang="hu-HU" sz="5400" spc="185" dirty="0">
                <a:solidFill>
                  <a:srgbClr val="0E44F4"/>
                </a:solidFill>
              </a:rPr>
              <a:t>O-RA?</a:t>
            </a:r>
            <a:endParaRPr sz="54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677066" y="2481512"/>
            <a:ext cx="8476587" cy="18719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590" marR="5080" indent="-9525">
              <a:lnSpc>
                <a:spcPct val="150000"/>
              </a:lnSpc>
              <a:spcBef>
                <a:spcPts val="100"/>
              </a:spcBef>
            </a:pPr>
            <a:r>
              <a:rPr sz="2800" b="1" dirty="0" err="1">
                <a:solidFill>
                  <a:srgbClr val="0F0A0E"/>
                </a:solidFill>
                <a:latin typeface="Arial"/>
                <a:cs typeface="Arial"/>
              </a:rPr>
              <a:t>Elavult</a:t>
            </a:r>
            <a:r>
              <a:rPr sz="2800" b="1" spc="-3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b="1" spc="55" dirty="0" err="1">
                <a:solidFill>
                  <a:srgbClr val="0F0A0E"/>
                </a:solidFill>
                <a:latin typeface="Arial"/>
                <a:cs typeface="Arial"/>
              </a:rPr>
              <a:t>adminisztr</a:t>
            </a:r>
            <a:r>
              <a:rPr lang="hu-HU" sz="2800" b="1" spc="55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b="1" spc="55" dirty="0">
                <a:solidFill>
                  <a:srgbClr val="0F0A0E"/>
                </a:solidFill>
                <a:latin typeface="Arial"/>
                <a:cs typeface="Arial"/>
              </a:rPr>
              <a:t>ci</a:t>
            </a:r>
            <a:r>
              <a:rPr lang="hu-HU" sz="2800" b="1" spc="55" dirty="0">
                <a:solidFill>
                  <a:srgbClr val="0F0A0E"/>
                </a:solidFill>
                <a:latin typeface="Arial"/>
                <a:cs typeface="Arial"/>
              </a:rPr>
              <a:t>ó</a:t>
            </a:r>
            <a:r>
              <a:rPr sz="2800" b="1" spc="55" dirty="0">
                <a:solidFill>
                  <a:srgbClr val="0F0A0E"/>
                </a:solidFill>
                <a:latin typeface="Arial"/>
                <a:cs typeface="Arial"/>
              </a:rPr>
              <a:t>:</a:t>
            </a:r>
            <a:r>
              <a:rPr sz="2800" b="1" spc="-2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lang="hu-HU" sz="2800" spc="-20" dirty="0">
                <a:solidFill>
                  <a:srgbClr val="0F0A0E"/>
                </a:solidFill>
                <a:latin typeface="Arial"/>
                <a:cs typeface="Arial"/>
              </a:rPr>
              <a:t>A</a:t>
            </a:r>
            <a:r>
              <a:rPr sz="2800" b="1" spc="13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85" dirty="0" err="1">
                <a:solidFill>
                  <a:srgbClr val="0F0A0E"/>
                </a:solidFill>
                <a:latin typeface="Arial"/>
                <a:cs typeface="Arial"/>
              </a:rPr>
              <a:t>legt</a:t>
            </a:r>
            <a:r>
              <a:rPr lang="hu-HU" sz="2800" spc="85" dirty="0">
                <a:solidFill>
                  <a:srgbClr val="0F0A0E"/>
                </a:solidFill>
                <a:latin typeface="Arial"/>
                <a:cs typeface="Arial"/>
              </a:rPr>
              <a:t>ö</a:t>
            </a:r>
            <a:r>
              <a:rPr sz="2800" spc="85" dirty="0">
                <a:solidFill>
                  <a:srgbClr val="0F0A0E"/>
                </a:solidFill>
                <a:latin typeface="Arial"/>
                <a:cs typeface="Arial"/>
              </a:rPr>
              <a:t>bb</a:t>
            </a:r>
            <a:r>
              <a:rPr sz="2800" spc="21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65" dirty="0" err="1">
                <a:solidFill>
                  <a:srgbClr val="0F0A0E"/>
                </a:solidFill>
                <a:latin typeface="Arial"/>
                <a:cs typeface="Arial"/>
              </a:rPr>
              <a:t>iskol</a:t>
            </a:r>
            <a:r>
              <a:rPr lang="hu-HU" sz="2800" spc="65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65" dirty="0">
                <a:solidFill>
                  <a:srgbClr val="0F0A0E"/>
                </a:solidFill>
                <a:latin typeface="Arial"/>
                <a:cs typeface="Arial"/>
              </a:rPr>
              <a:t>ban </a:t>
            </a:r>
            <a:r>
              <a:rPr sz="2800" spc="70" dirty="0">
                <a:solidFill>
                  <a:srgbClr val="0F0A0E"/>
                </a:solidFill>
                <a:latin typeface="Arial"/>
                <a:cs typeface="Arial"/>
              </a:rPr>
              <a:t>m</a:t>
            </a:r>
            <a:r>
              <a:rPr lang="hu-HU" sz="2800" spc="70" dirty="0">
                <a:solidFill>
                  <a:srgbClr val="0F0A0E"/>
                </a:solidFill>
                <a:latin typeface="Arial"/>
                <a:cs typeface="Arial"/>
              </a:rPr>
              <a:t>é</a:t>
            </a:r>
            <a:r>
              <a:rPr sz="2800" spc="70" dirty="0">
                <a:solidFill>
                  <a:srgbClr val="0F0A0E"/>
                </a:solidFill>
                <a:latin typeface="Arial"/>
                <a:cs typeface="Arial"/>
              </a:rPr>
              <a:t>g</a:t>
            </a:r>
            <a:r>
              <a:rPr sz="2800" spc="15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60" dirty="0" err="1">
                <a:solidFill>
                  <a:srgbClr val="0F0A0E"/>
                </a:solidFill>
                <a:latin typeface="Arial"/>
                <a:cs typeface="Arial"/>
              </a:rPr>
              <a:t>mindig</a:t>
            </a:r>
            <a:r>
              <a:rPr sz="2800" spc="6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0F0A0E"/>
                </a:solidFill>
                <a:latin typeface="Arial"/>
                <a:cs typeface="Arial"/>
              </a:rPr>
              <a:t>pap</a:t>
            </a:r>
            <a:r>
              <a:rPr lang="hu-HU" sz="2800" spc="65" dirty="0">
                <a:solidFill>
                  <a:srgbClr val="0F0A0E"/>
                </a:solidFill>
                <a:latin typeface="Arial"/>
                <a:cs typeface="Arial"/>
              </a:rPr>
              <a:t>í</a:t>
            </a:r>
            <a:r>
              <a:rPr sz="2800" spc="65" dirty="0" err="1">
                <a:solidFill>
                  <a:srgbClr val="0F0A0E"/>
                </a:solidFill>
                <a:latin typeface="Arial"/>
                <a:cs typeface="Arial"/>
              </a:rPr>
              <a:t>ralap</a:t>
            </a:r>
            <a:r>
              <a:rPr lang="hu-HU" sz="2800" spc="65" dirty="0">
                <a:solidFill>
                  <a:srgbClr val="0F0A0E"/>
                </a:solidFill>
                <a:latin typeface="Arial"/>
                <a:cs typeface="Arial"/>
              </a:rPr>
              <a:t>ú</a:t>
            </a:r>
            <a:r>
              <a:rPr sz="2800" spc="10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80" dirty="0" err="1">
                <a:solidFill>
                  <a:srgbClr val="0F0A0E"/>
                </a:solidFill>
                <a:latin typeface="Arial"/>
                <a:cs typeface="Arial"/>
              </a:rPr>
              <a:t>vagy</a:t>
            </a:r>
            <a:r>
              <a:rPr sz="2800" spc="17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0F0A0E"/>
                </a:solidFill>
                <a:latin typeface="Arial"/>
                <a:cs typeface="Arial"/>
              </a:rPr>
              <a:t>t</a:t>
            </a:r>
            <a:r>
              <a:rPr lang="hu-HU" sz="2800" spc="65" dirty="0">
                <a:solidFill>
                  <a:srgbClr val="0F0A0E"/>
                </a:solidFill>
                <a:latin typeface="Arial"/>
                <a:cs typeface="Arial"/>
              </a:rPr>
              <a:t>ú</a:t>
            </a:r>
            <a:r>
              <a:rPr sz="2800" spc="65" dirty="0" err="1">
                <a:solidFill>
                  <a:srgbClr val="0F0A0E"/>
                </a:solidFill>
                <a:latin typeface="Arial"/>
                <a:cs typeface="Arial"/>
              </a:rPr>
              <a:t>lkomplik</a:t>
            </a:r>
            <a:r>
              <a:rPr lang="hu-HU" sz="2800" spc="65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65" dirty="0" err="1">
                <a:solidFill>
                  <a:srgbClr val="0F0A0E"/>
                </a:solidFill>
                <a:latin typeface="Arial"/>
                <a:cs typeface="Arial"/>
              </a:rPr>
              <a:t>lt</a:t>
            </a:r>
            <a:r>
              <a:rPr sz="2800" spc="29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F0A0E"/>
                </a:solidFill>
                <a:latin typeface="Arial"/>
                <a:cs typeface="Arial"/>
              </a:rPr>
              <a:t>Excel</a:t>
            </a:r>
            <a:r>
              <a:rPr sz="2800" spc="18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60" dirty="0">
                <a:solidFill>
                  <a:srgbClr val="0F0A0E"/>
                </a:solidFill>
                <a:latin typeface="Arial"/>
                <a:cs typeface="Arial"/>
              </a:rPr>
              <a:t>t</a:t>
            </a:r>
            <a:r>
              <a:rPr lang="hu-HU" sz="2800" spc="60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60" dirty="0">
                <a:solidFill>
                  <a:srgbClr val="0F0A0E"/>
                </a:solidFill>
                <a:latin typeface="Arial"/>
                <a:cs typeface="Arial"/>
              </a:rPr>
              <a:t>bl</a:t>
            </a:r>
            <a:r>
              <a:rPr lang="hu-HU" sz="2800" spc="60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60" dirty="0" err="1">
                <a:solidFill>
                  <a:srgbClr val="0F0A0E"/>
                </a:solidFill>
                <a:latin typeface="Arial"/>
                <a:cs typeface="Arial"/>
              </a:rPr>
              <a:t>kkal</a:t>
            </a:r>
            <a:r>
              <a:rPr sz="2800" spc="23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75" dirty="0">
                <a:solidFill>
                  <a:srgbClr val="0F0A0E"/>
                </a:solidFill>
                <a:latin typeface="Arial"/>
                <a:cs typeface="Arial"/>
              </a:rPr>
              <a:t>dolgoznak.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684571" y="4951587"/>
            <a:ext cx="8469082" cy="12256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225" marR="5080" indent="-10160">
              <a:lnSpc>
                <a:spcPct val="150000"/>
              </a:lnSpc>
              <a:spcBef>
                <a:spcPts val="100"/>
              </a:spcBef>
            </a:pPr>
            <a:r>
              <a:rPr sz="2800" b="1" dirty="0" err="1">
                <a:solidFill>
                  <a:srgbClr val="0F0A0E"/>
                </a:solidFill>
                <a:latin typeface="Arial"/>
                <a:cs typeface="Arial"/>
              </a:rPr>
              <a:t>Hibaforr</a:t>
            </a:r>
            <a:r>
              <a:rPr lang="hu-HU" sz="2800" b="1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b="1" dirty="0" err="1">
                <a:solidFill>
                  <a:srgbClr val="0F0A0E"/>
                </a:solidFill>
                <a:latin typeface="Arial"/>
                <a:cs typeface="Arial"/>
              </a:rPr>
              <a:t>sok</a:t>
            </a:r>
            <a:r>
              <a:rPr sz="2800" b="1" dirty="0">
                <a:solidFill>
                  <a:srgbClr val="0F0A0E"/>
                </a:solidFill>
                <a:latin typeface="Arial"/>
                <a:cs typeface="Arial"/>
              </a:rPr>
              <a:t>:</a:t>
            </a:r>
            <a:r>
              <a:rPr sz="2800" b="1" spc="32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lang="hu-HU" sz="2800" spc="325" dirty="0">
                <a:solidFill>
                  <a:srgbClr val="0F0A0E"/>
                </a:solidFill>
                <a:latin typeface="Arial"/>
                <a:cs typeface="Arial"/>
              </a:rPr>
              <a:t>A</a:t>
            </a:r>
            <a:r>
              <a:rPr sz="2800" b="1" spc="18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0F0A0E"/>
                </a:solidFill>
                <a:latin typeface="Arial"/>
                <a:cs typeface="Arial"/>
              </a:rPr>
              <a:t>manu</a:t>
            </a:r>
            <a:r>
              <a:rPr lang="hu-HU" sz="2800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0F0A0E"/>
                </a:solidFill>
                <a:latin typeface="Arial"/>
                <a:cs typeface="Arial"/>
              </a:rPr>
              <a:t>lis</a:t>
            </a:r>
            <a:r>
              <a:rPr sz="2800" spc="26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55" dirty="0" err="1">
                <a:solidFill>
                  <a:srgbClr val="0F0A0E"/>
                </a:solidFill>
                <a:latin typeface="Arial"/>
                <a:cs typeface="Arial"/>
              </a:rPr>
              <a:t>adatbevitel</a:t>
            </a:r>
            <a:r>
              <a:rPr sz="2800" spc="32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60" dirty="0" err="1">
                <a:solidFill>
                  <a:srgbClr val="0F0A0E"/>
                </a:solidFill>
                <a:latin typeface="Arial"/>
                <a:cs typeface="Arial"/>
              </a:rPr>
              <a:t>sor</a:t>
            </a:r>
            <a:r>
              <a:rPr lang="hu-HU" sz="2800" spc="60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60" dirty="0">
                <a:solidFill>
                  <a:srgbClr val="0F0A0E"/>
                </a:solidFill>
                <a:latin typeface="Arial"/>
                <a:cs typeface="Arial"/>
              </a:rPr>
              <a:t>n</a:t>
            </a:r>
            <a:r>
              <a:rPr sz="2800" spc="10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80" dirty="0">
                <a:solidFill>
                  <a:srgbClr val="0F0A0E"/>
                </a:solidFill>
                <a:latin typeface="Arial"/>
                <a:cs typeface="Arial"/>
              </a:rPr>
              <a:t>gyakoriak</a:t>
            </a:r>
            <a:r>
              <a:rPr sz="2800" spc="30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0F0A0E"/>
                </a:solidFill>
                <a:latin typeface="Arial"/>
                <a:cs typeface="Arial"/>
              </a:rPr>
              <a:t>a </a:t>
            </a:r>
            <a:r>
              <a:rPr sz="2800" spc="75" dirty="0" err="1">
                <a:solidFill>
                  <a:srgbClr val="0F0A0E"/>
                </a:solidFill>
                <a:latin typeface="Arial"/>
                <a:cs typeface="Arial"/>
              </a:rPr>
              <a:t>duplik</a:t>
            </a:r>
            <a:r>
              <a:rPr lang="hu-HU" sz="2800" spc="75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75" dirty="0">
                <a:solidFill>
                  <a:srgbClr val="0F0A0E"/>
                </a:solidFill>
                <a:latin typeface="Arial"/>
                <a:cs typeface="Arial"/>
              </a:rPr>
              <a:t>ci</a:t>
            </a:r>
            <a:r>
              <a:rPr lang="hu-HU" sz="2800" spc="75" dirty="0">
                <a:solidFill>
                  <a:srgbClr val="0F0A0E"/>
                </a:solidFill>
                <a:latin typeface="Arial"/>
                <a:cs typeface="Arial"/>
              </a:rPr>
              <a:t>ó</a:t>
            </a:r>
            <a:r>
              <a:rPr sz="2800" spc="75" dirty="0">
                <a:solidFill>
                  <a:srgbClr val="0F0A0E"/>
                </a:solidFill>
                <a:latin typeface="Arial"/>
                <a:cs typeface="Arial"/>
              </a:rPr>
              <a:t>k</a:t>
            </a:r>
            <a:r>
              <a:rPr sz="2800" spc="30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lang="hu-HU" sz="2800" spc="305" dirty="0">
                <a:solidFill>
                  <a:srgbClr val="0F0A0E"/>
                </a:solidFill>
                <a:latin typeface="Arial"/>
                <a:cs typeface="Arial"/>
              </a:rPr>
              <a:t>és</a:t>
            </a:r>
            <a:r>
              <a:rPr sz="2800" spc="6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50" dirty="0" err="1">
                <a:solidFill>
                  <a:srgbClr val="0F0A0E"/>
                </a:solidFill>
                <a:latin typeface="Arial"/>
                <a:cs typeface="Arial"/>
              </a:rPr>
              <a:t>az</a:t>
            </a:r>
            <a:r>
              <a:rPr sz="2800" spc="17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35" dirty="0">
                <a:solidFill>
                  <a:srgbClr val="0F0A0E"/>
                </a:solidFill>
                <a:latin typeface="Arial"/>
                <a:cs typeface="Arial"/>
              </a:rPr>
              <a:t>el</a:t>
            </a:r>
            <a:r>
              <a:rPr lang="hu-HU" sz="2800" spc="35" dirty="0">
                <a:solidFill>
                  <a:srgbClr val="0F0A0E"/>
                </a:solidFill>
                <a:latin typeface="Arial"/>
                <a:cs typeface="Arial"/>
              </a:rPr>
              <a:t>í</a:t>
            </a:r>
            <a:r>
              <a:rPr sz="2800" spc="35" dirty="0">
                <a:solidFill>
                  <a:srgbClr val="0F0A0E"/>
                </a:solidFill>
                <a:latin typeface="Arial"/>
                <a:cs typeface="Arial"/>
              </a:rPr>
              <a:t>r</a:t>
            </a:r>
            <a:r>
              <a:rPr lang="hu-HU" sz="2800" spc="35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35" dirty="0" err="1">
                <a:solidFill>
                  <a:srgbClr val="0F0A0E"/>
                </a:solidFill>
                <a:latin typeface="Arial"/>
                <a:cs typeface="Arial"/>
              </a:rPr>
              <a:t>sok</a:t>
            </a:r>
            <a:r>
              <a:rPr sz="2800" spc="35" dirty="0">
                <a:solidFill>
                  <a:srgbClr val="0F0A0E"/>
                </a:solidFill>
                <a:latin typeface="Arial"/>
                <a:cs typeface="Arial"/>
              </a:rPr>
              <a:t>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684572" y="6775332"/>
            <a:ext cx="8469081" cy="12256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860" marR="5080" indent="-10795">
              <a:lnSpc>
                <a:spcPct val="150000"/>
              </a:lnSpc>
              <a:spcBef>
                <a:spcPts val="100"/>
              </a:spcBef>
            </a:pPr>
            <a:r>
              <a:rPr sz="2800" b="1" dirty="0" err="1">
                <a:solidFill>
                  <a:srgbClr val="0F0A0E"/>
                </a:solidFill>
                <a:latin typeface="Arial"/>
                <a:cs typeface="Arial"/>
              </a:rPr>
              <a:t>Kommunik</a:t>
            </a:r>
            <a:r>
              <a:rPr lang="hu-HU" sz="2800" b="1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b="1" dirty="0">
                <a:solidFill>
                  <a:srgbClr val="0F0A0E"/>
                </a:solidFill>
                <a:latin typeface="Arial"/>
                <a:cs typeface="Arial"/>
              </a:rPr>
              <a:t>ci</a:t>
            </a:r>
            <a:r>
              <a:rPr lang="hu-HU" sz="2800" b="1" dirty="0">
                <a:solidFill>
                  <a:srgbClr val="0F0A0E"/>
                </a:solidFill>
                <a:latin typeface="Arial"/>
                <a:cs typeface="Arial"/>
              </a:rPr>
              <a:t>ó</a:t>
            </a:r>
            <a:r>
              <a:rPr sz="2800" b="1" dirty="0">
                <a:solidFill>
                  <a:srgbClr val="0F0A0E"/>
                </a:solidFill>
                <a:latin typeface="Arial"/>
                <a:cs typeface="Arial"/>
              </a:rPr>
              <a:t>s</a:t>
            </a:r>
            <a:r>
              <a:rPr sz="2800" b="1" spc="14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b="1" spc="60" dirty="0">
                <a:solidFill>
                  <a:srgbClr val="0F0A0E"/>
                </a:solidFill>
                <a:latin typeface="Arial"/>
                <a:cs typeface="Arial"/>
              </a:rPr>
              <a:t>g</a:t>
            </a:r>
            <a:r>
              <a:rPr lang="hu-HU" sz="2800" b="1" spc="60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b="1" spc="60" dirty="0">
                <a:solidFill>
                  <a:srgbClr val="0F0A0E"/>
                </a:solidFill>
                <a:latin typeface="Arial"/>
                <a:cs typeface="Arial"/>
              </a:rPr>
              <a:t>t:</a:t>
            </a:r>
            <a:r>
              <a:rPr sz="2800" b="1" spc="2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lang="hu-HU" sz="2800" spc="25" dirty="0">
                <a:solidFill>
                  <a:srgbClr val="0F0A0E"/>
                </a:solidFill>
                <a:latin typeface="Arial"/>
                <a:cs typeface="Arial"/>
              </a:rPr>
              <a:t>A</a:t>
            </a:r>
            <a:r>
              <a:rPr sz="2800" b="1" spc="15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-10" dirty="0" err="1">
                <a:solidFill>
                  <a:srgbClr val="0F0A0E"/>
                </a:solidFill>
                <a:latin typeface="Arial"/>
                <a:cs typeface="Arial"/>
              </a:rPr>
              <a:t>sz</a:t>
            </a:r>
            <a:r>
              <a:rPr lang="hu-HU" sz="2800" spc="-10" dirty="0">
                <a:solidFill>
                  <a:srgbClr val="0F0A0E"/>
                </a:solidFill>
                <a:latin typeface="Arial"/>
                <a:cs typeface="Arial"/>
              </a:rPr>
              <a:t>ülő</a:t>
            </a:r>
            <a:r>
              <a:rPr sz="2800" spc="-10" dirty="0">
                <a:solidFill>
                  <a:srgbClr val="0F0A0E"/>
                </a:solidFill>
                <a:latin typeface="Arial"/>
                <a:cs typeface="Arial"/>
              </a:rPr>
              <a:t>k</a:t>
            </a:r>
            <a:r>
              <a:rPr sz="2800" spc="22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F0A0E"/>
                </a:solidFill>
                <a:latin typeface="Arial"/>
                <a:cs typeface="Arial"/>
              </a:rPr>
              <a:t>es</a:t>
            </a:r>
            <a:r>
              <a:rPr sz="2800" spc="8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90" dirty="0">
                <a:solidFill>
                  <a:srgbClr val="0F0A0E"/>
                </a:solidFill>
                <a:latin typeface="Arial"/>
                <a:cs typeface="Arial"/>
              </a:rPr>
              <a:t>di</a:t>
            </a:r>
            <a:r>
              <a:rPr lang="hu-HU" sz="2800" spc="90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90" dirty="0" err="1">
                <a:solidFill>
                  <a:srgbClr val="0F0A0E"/>
                </a:solidFill>
                <a:latin typeface="Arial"/>
                <a:cs typeface="Arial"/>
              </a:rPr>
              <a:t>kok</a:t>
            </a:r>
            <a:r>
              <a:rPr sz="2800" spc="20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0F0A0E"/>
                </a:solidFill>
                <a:latin typeface="Arial"/>
                <a:cs typeface="Arial"/>
              </a:rPr>
              <a:t>nehezen</a:t>
            </a:r>
            <a:r>
              <a:rPr sz="2800" spc="9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lang="hu-HU" sz="2800" spc="-25" dirty="0">
                <a:solidFill>
                  <a:srgbClr val="0F0A0E"/>
                </a:solidFill>
                <a:latin typeface="Arial"/>
                <a:cs typeface="Arial"/>
              </a:rPr>
              <a:t>é</a:t>
            </a:r>
            <a:r>
              <a:rPr sz="2800" spc="-25" dirty="0">
                <a:solidFill>
                  <a:srgbClr val="0F0A0E"/>
                </a:solidFill>
                <a:latin typeface="Arial"/>
                <a:cs typeface="Arial"/>
              </a:rPr>
              <a:t>s </a:t>
            </a:r>
            <a:r>
              <a:rPr sz="2800" dirty="0">
                <a:solidFill>
                  <a:srgbClr val="0F0A0E"/>
                </a:solidFill>
                <a:latin typeface="Arial"/>
                <a:cs typeface="Arial"/>
              </a:rPr>
              <a:t>lassan</a:t>
            </a:r>
            <a:r>
              <a:rPr sz="2800" spc="17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0F0A0E"/>
                </a:solidFill>
                <a:latin typeface="Arial"/>
                <a:cs typeface="Arial"/>
              </a:rPr>
              <a:t>jutnak</a:t>
            </a:r>
            <a:r>
              <a:rPr sz="2800" spc="265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75" dirty="0" err="1">
                <a:solidFill>
                  <a:srgbClr val="0F0A0E"/>
                </a:solidFill>
                <a:latin typeface="Arial"/>
                <a:cs typeface="Arial"/>
              </a:rPr>
              <a:t>hozz</a:t>
            </a:r>
            <a:r>
              <a:rPr lang="hu-HU" sz="2800" spc="75" dirty="0">
                <a:solidFill>
                  <a:srgbClr val="0F0A0E"/>
                </a:solidFill>
                <a:latin typeface="Arial"/>
                <a:cs typeface="Arial"/>
              </a:rPr>
              <a:t>á</a:t>
            </a:r>
            <a:r>
              <a:rPr sz="2800" spc="21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50" dirty="0" err="1">
                <a:solidFill>
                  <a:srgbClr val="0F0A0E"/>
                </a:solidFill>
                <a:latin typeface="Arial"/>
                <a:cs typeface="Arial"/>
              </a:rPr>
              <a:t>az</a:t>
            </a:r>
            <a:r>
              <a:rPr sz="2800" spc="220" dirty="0">
                <a:solidFill>
                  <a:srgbClr val="0F0A0E"/>
                </a:solidFill>
                <a:latin typeface="Arial"/>
                <a:cs typeface="Arial"/>
              </a:rPr>
              <a:t> </a:t>
            </a:r>
            <a:r>
              <a:rPr sz="2800" spc="55" dirty="0" err="1">
                <a:solidFill>
                  <a:srgbClr val="0F0A0E"/>
                </a:solidFill>
                <a:latin typeface="Arial"/>
                <a:cs typeface="Arial"/>
              </a:rPr>
              <a:t>eredm</a:t>
            </a:r>
            <a:r>
              <a:rPr lang="hu-HU" sz="2800" spc="55" dirty="0">
                <a:solidFill>
                  <a:srgbClr val="0F0A0E"/>
                </a:solidFill>
                <a:latin typeface="Arial"/>
                <a:cs typeface="Arial"/>
              </a:rPr>
              <a:t>é</a:t>
            </a:r>
            <a:r>
              <a:rPr sz="2800" spc="55" dirty="0" err="1">
                <a:solidFill>
                  <a:srgbClr val="0F0A0E"/>
                </a:solidFill>
                <a:latin typeface="Arial"/>
                <a:cs typeface="Arial"/>
              </a:rPr>
              <a:t>nyekhez</a:t>
            </a:r>
            <a:r>
              <a:rPr sz="2800" spc="55" dirty="0">
                <a:solidFill>
                  <a:srgbClr val="0F0A0E"/>
                </a:solidFill>
                <a:latin typeface="Arial"/>
                <a:cs typeface="Arial"/>
              </a:rPr>
              <a:t>.</a:t>
            </a:r>
            <a:endParaRPr sz="2800" dirty="0">
              <a:latin typeface="Arial"/>
              <a:cs typeface="Arial"/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A9F6B472-3FA3-49A5-91DA-0C73D45307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13175" y="2830973"/>
            <a:ext cx="8135013" cy="52672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12938" y="5670147"/>
            <a:ext cx="1577013" cy="110274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57871" y="5654675"/>
            <a:ext cx="808633" cy="106528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34424" y="5704196"/>
            <a:ext cx="1328804" cy="1068694"/>
          </a:xfrm>
          <a:prstGeom prst="rect">
            <a:avLst/>
          </a:prstGeom>
        </p:spPr>
      </p:pic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222250" y="244475"/>
            <a:ext cx="10403524" cy="845744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lang="hu-HU" sz="5400" spc="640" dirty="0">
                <a:solidFill>
                  <a:srgbClr val="0E42F6"/>
                </a:solidFill>
              </a:rPr>
              <a:t>TÉMAMAGADÁS:FELVEO</a:t>
            </a:r>
            <a:endParaRPr sz="5400" spc="640" dirty="0">
              <a:solidFill>
                <a:srgbClr val="0E42F6"/>
              </a:solidFill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120811" y="2553863"/>
            <a:ext cx="14086840" cy="199881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 marR="5080" algn="ctr">
              <a:lnSpc>
                <a:spcPct val="124000"/>
              </a:lnSpc>
              <a:spcBef>
                <a:spcPts val="35"/>
              </a:spcBef>
            </a:pPr>
            <a:r>
              <a:rPr sz="3600" dirty="0">
                <a:solidFill>
                  <a:srgbClr val="667282"/>
                </a:solidFill>
                <a:latin typeface="Arial"/>
                <a:cs typeface="Arial"/>
              </a:rPr>
              <a:t>A</a:t>
            </a:r>
            <a:r>
              <a:rPr sz="3600" spc="17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dirty="0">
                <a:solidFill>
                  <a:srgbClr val="667282"/>
                </a:solidFill>
                <a:latin typeface="Arial"/>
                <a:cs typeface="Arial"/>
              </a:rPr>
              <a:t>c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é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lunk</a:t>
            </a:r>
            <a:r>
              <a:rPr sz="3600" spc="18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70" dirty="0">
                <a:solidFill>
                  <a:srgbClr val="667282"/>
                </a:solidFill>
                <a:latin typeface="Arial"/>
                <a:cs typeface="Arial"/>
              </a:rPr>
              <a:t>egy</a:t>
            </a:r>
            <a:r>
              <a:rPr sz="3600" spc="25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70" dirty="0" err="1">
                <a:solidFill>
                  <a:srgbClr val="667282"/>
                </a:solidFill>
                <a:latin typeface="Arial"/>
                <a:cs typeface="Arial"/>
              </a:rPr>
              <a:t>olyan</a:t>
            </a:r>
            <a:r>
              <a:rPr sz="3600" spc="8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egyszer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ű</a:t>
            </a:r>
            <a:r>
              <a:rPr sz="3600" dirty="0">
                <a:solidFill>
                  <a:srgbClr val="667282"/>
                </a:solidFill>
                <a:latin typeface="Arial"/>
                <a:cs typeface="Arial"/>
              </a:rPr>
              <a:t>,</a:t>
            </a:r>
            <a:r>
              <a:rPr sz="3600" spc="29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webalap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ú</a:t>
            </a:r>
            <a:r>
              <a:rPr sz="3600" spc="22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85" dirty="0">
                <a:solidFill>
                  <a:srgbClr val="667282"/>
                </a:solidFill>
                <a:latin typeface="Arial"/>
                <a:cs typeface="Arial"/>
              </a:rPr>
              <a:t>platform</a:t>
            </a:r>
            <a:r>
              <a:rPr sz="3600" spc="24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dirty="0">
                <a:solidFill>
                  <a:srgbClr val="667282"/>
                </a:solidFill>
                <a:latin typeface="Arial"/>
                <a:cs typeface="Arial"/>
              </a:rPr>
              <a:t>l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é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trehoz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á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sa</a:t>
            </a:r>
            <a:r>
              <a:rPr sz="3600" spc="459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90" dirty="0">
                <a:solidFill>
                  <a:srgbClr val="667282"/>
                </a:solidFill>
                <a:latin typeface="Arial"/>
                <a:cs typeface="Arial"/>
              </a:rPr>
              <a:t>volt,</a:t>
            </a:r>
            <a:r>
              <a:rPr sz="3600" spc="25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-20" dirty="0" err="1">
                <a:solidFill>
                  <a:srgbClr val="667282"/>
                </a:solidFill>
                <a:latin typeface="Arial"/>
                <a:cs typeface="Arial"/>
              </a:rPr>
              <a:t>amely</a:t>
            </a:r>
            <a:r>
              <a:rPr sz="3600" spc="-2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dirty="0">
                <a:solidFill>
                  <a:srgbClr val="667282"/>
                </a:solidFill>
                <a:latin typeface="Arial"/>
                <a:cs typeface="Arial"/>
              </a:rPr>
              <a:t>minim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á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lis</a:t>
            </a:r>
            <a:r>
              <a:rPr sz="3600" spc="235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65" dirty="0" err="1">
                <a:solidFill>
                  <a:srgbClr val="667282"/>
                </a:solidFill>
                <a:latin typeface="Arial"/>
                <a:cs typeface="Arial"/>
              </a:rPr>
              <a:t>technikai</a:t>
            </a:r>
            <a:r>
              <a:rPr sz="3600" spc="12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70" dirty="0" err="1">
                <a:solidFill>
                  <a:srgbClr val="667282"/>
                </a:solidFill>
                <a:latin typeface="Arial"/>
                <a:cs typeface="Arial"/>
              </a:rPr>
              <a:t>tud</a:t>
            </a:r>
            <a:r>
              <a:rPr lang="hu-HU" sz="3600" spc="70" dirty="0">
                <a:solidFill>
                  <a:srgbClr val="667282"/>
                </a:solidFill>
                <a:latin typeface="Arial"/>
                <a:cs typeface="Arial"/>
              </a:rPr>
              <a:t>á</a:t>
            </a:r>
            <a:r>
              <a:rPr sz="3600" spc="70" dirty="0" err="1">
                <a:solidFill>
                  <a:srgbClr val="667282"/>
                </a:solidFill>
                <a:latin typeface="Arial"/>
                <a:cs typeface="Arial"/>
              </a:rPr>
              <a:t>ssal</a:t>
            </a:r>
            <a:r>
              <a:rPr sz="3600" spc="165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55" dirty="0">
                <a:solidFill>
                  <a:srgbClr val="667282"/>
                </a:solidFill>
                <a:latin typeface="Arial"/>
                <a:cs typeface="Arial"/>
              </a:rPr>
              <a:t>is</a:t>
            </a:r>
            <a:r>
              <a:rPr sz="3600" spc="7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85" dirty="0" err="1">
                <a:solidFill>
                  <a:srgbClr val="667282"/>
                </a:solidFill>
                <a:latin typeface="Arial"/>
                <a:cs typeface="Arial"/>
              </a:rPr>
              <a:t>professzion</a:t>
            </a:r>
            <a:r>
              <a:rPr lang="hu-HU" sz="3600" spc="85" dirty="0">
                <a:solidFill>
                  <a:srgbClr val="667282"/>
                </a:solidFill>
                <a:latin typeface="Arial"/>
                <a:cs typeface="Arial"/>
              </a:rPr>
              <a:t>á</a:t>
            </a:r>
            <a:r>
              <a:rPr sz="3600" spc="85" dirty="0" err="1">
                <a:solidFill>
                  <a:srgbClr val="667282"/>
                </a:solidFill>
                <a:latin typeface="Arial"/>
                <a:cs typeface="Arial"/>
              </a:rPr>
              <a:t>lis</a:t>
            </a:r>
            <a:r>
              <a:rPr sz="3600" spc="16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adatkezel</a:t>
            </a:r>
            <a:r>
              <a:rPr lang="hu-HU" sz="3600" dirty="0">
                <a:solidFill>
                  <a:srgbClr val="667282"/>
                </a:solidFill>
                <a:latin typeface="Arial"/>
                <a:cs typeface="Arial"/>
              </a:rPr>
              <a:t>é</a:t>
            </a:r>
            <a:r>
              <a:rPr sz="3600" dirty="0" err="1">
                <a:solidFill>
                  <a:srgbClr val="667282"/>
                </a:solidFill>
                <a:latin typeface="Arial"/>
                <a:cs typeface="Arial"/>
              </a:rPr>
              <a:t>st</a:t>
            </a:r>
            <a:r>
              <a:rPr sz="3600" spc="434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spc="80" dirty="0" err="1">
                <a:solidFill>
                  <a:srgbClr val="667282"/>
                </a:solidFill>
                <a:latin typeface="Arial"/>
                <a:cs typeface="Arial"/>
              </a:rPr>
              <a:t>tesz</a:t>
            </a:r>
            <a:r>
              <a:rPr sz="3600" spc="80" dirty="0">
                <a:solidFill>
                  <a:srgbClr val="667282"/>
                </a:solidFill>
                <a:latin typeface="Arial"/>
                <a:cs typeface="Arial"/>
              </a:rPr>
              <a:t> </a:t>
            </a:r>
            <a:r>
              <a:rPr sz="3600" b="1" spc="-10" dirty="0" err="1">
                <a:solidFill>
                  <a:srgbClr val="667282"/>
                </a:solidFill>
                <a:latin typeface="Arial"/>
                <a:cs typeface="Arial"/>
              </a:rPr>
              <a:t>lehet</a:t>
            </a:r>
            <a:r>
              <a:rPr lang="hu-HU" sz="3600" b="1" spc="-10" dirty="0">
                <a:solidFill>
                  <a:srgbClr val="667282"/>
                </a:solidFill>
                <a:latin typeface="Arial"/>
                <a:cs typeface="Arial"/>
              </a:rPr>
              <a:t>ő</a:t>
            </a:r>
            <a:r>
              <a:rPr sz="3600" b="1" spc="-10" dirty="0">
                <a:solidFill>
                  <a:srgbClr val="667282"/>
                </a:solidFill>
                <a:latin typeface="Arial"/>
                <a:cs typeface="Arial"/>
              </a:rPr>
              <a:t>v</a:t>
            </a:r>
            <a:r>
              <a:rPr lang="hu-HU" sz="3600" b="1" spc="-10" dirty="0">
                <a:solidFill>
                  <a:srgbClr val="667282"/>
                </a:solidFill>
                <a:latin typeface="Arial"/>
                <a:cs typeface="Arial"/>
              </a:rPr>
              <a:t>é</a:t>
            </a:r>
            <a:r>
              <a:rPr sz="3600" b="1" spc="-10" dirty="0">
                <a:solidFill>
                  <a:srgbClr val="667282"/>
                </a:solidFill>
                <a:latin typeface="Arial"/>
                <a:cs typeface="Arial"/>
              </a:rPr>
              <a:t>.</a:t>
            </a:r>
            <a:endParaRPr sz="36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532806" y="7052684"/>
            <a:ext cx="1737276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1" spc="-10" dirty="0" err="1">
                <a:solidFill>
                  <a:srgbClr val="0F1626"/>
                </a:solidFill>
                <a:latin typeface="Arial"/>
                <a:cs typeface="Arial"/>
              </a:rPr>
              <a:t>Webalap</a:t>
            </a:r>
            <a:r>
              <a:rPr lang="hu-HU" sz="2800" b="1" spc="-10" dirty="0">
                <a:solidFill>
                  <a:srgbClr val="0F1626"/>
                </a:solidFill>
                <a:latin typeface="Arial"/>
                <a:cs typeface="Arial"/>
              </a:rPr>
              <a:t>ú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74175" y="7850127"/>
            <a:ext cx="4631055" cy="10145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47395" marR="5080" indent="-735330">
              <a:lnSpc>
                <a:spcPct val="121600"/>
              </a:lnSpc>
              <a:spcBef>
                <a:spcPts val="100"/>
              </a:spcBef>
            </a:pP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Nin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c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s</a:t>
            </a:r>
            <a:r>
              <a:rPr sz="2800" spc="220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spc="45" dirty="0" err="1">
                <a:solidFill>
                  <a:srgbClr val="343D4F"/>
                </a:solidFill>
                <a:latin typeface="Arial"/>
                <a:cs typeface="Arial"/>
              </a:rPr>
              <a:t>sz</a:t>
            </a:r>
            <a:r>
              <a:rPr lang="hu-HU" sz="2800" spc="45" dirty="0">
                <a:solidFill>
                  <a:srgbClr val="343D4F"/>
                </a:solidFill>
                <a:latin typeface="Arial"/>
                <a:cs typeface="Arial"/>
              </a:rPr>
              <a:t>ü</a:t>
            </a:r>
            <a:r>
              <a:rPr sz="2800" spc="45" dirty="0" err="1">
                <a:solidFill>
                  <a:srgbClr val="343D4F"/>
                </a:solidFill>
                <a:latin typeface="Arial"/>
                <a:cs typeface="Arial"/>
              </a:rPr>
              <a:t>ks</a:t>
            </a:r>
            <a:r>
              <a:rPr lang="hu-HU" sz="2800" spc="45" dirty="0">
                <a:solidFill>
                  <a:srgbClr val="343D4F"/>
                </a:solidFill>
                <a:latin typeface="Arial"/>
                <a:cs typeface="Arial"/>
              </a:rPr>
              <a:t>é</a:t>
            </a:r>
            <a:r>
              <a:rPr sz="2800" spc="45" dirty="0">
                <a:solidFill>
                  <a:srgbClr val="343D4F"/>
                </a:solidFill>
                <a:latin typeface="Arial"/>
                <a:cs typeface="Arial"/>
              </a:rPr>
              <a:t>g</a:t>
            </a:r>
            <a:r>
              <a:rPr sz="2800" spc="90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spc="55" dirty="0" err="1">
                <a:solidFill>
                  <a:srgbClr val="343D4F"/>
                </a:solidFill>
                <a:latin typeface="Arial"/>
                <a:cs typeface="Arial"/>
              </a:rPr>
              <a:t>telep</a:t>
            </a:r>
            <a:r>
              <a:rPr lang="hu-HU" sz="2800" spc="55" dirty="0">
                <a:solidFill>
                  <a:srgbClr val="343D4F"/>
                </a:solidFill>
                <a:latin typeface="Arial"/>
                <a:cs typeface="Arial"/>
              </a:rPr>
              <a:t>í</a:t>
            </a:r>
            <a:r>
              <a:rPr sz="2800" spc="55" dirty="0">
                <a:solidFill>
                  <a:srgbClr val="343D4F"/>
                </a:solidFill>
                <a:latin typeface="Arial"/>
                <a:cs typeface="Arial"/>
              </a:rPr>
              <a:t>t</a:t>
            </a:r>
            <a:r>
              <a:rPr lang="hu-HU" sz="2800" spc="55" dirty="0">
                <a:solidFill>
                  <a:srgbClr val="343D4F"/>
                </a:solidFill>
                <a:latin typeface="Arial"/>
                <a:cs typeface="Arial"/>
              </a:rPr>
              <a:t>é</a:t>
            </a:r>
            <a:r>
              <a:rPr sz="2800" spc="55" dirty="0" err="1">
                <a:solidFill>
                  <a:srgbClr val="343D4F"/>
                </a:solidFill>
                <a:latin typeface="Arial"/>
                <a:cs typeface="Arial"/>
              </a:rPr>
              <a:t>sre</a:t>
            </a:r>
            <a:r>
              <a:rPr sz="2800" spc="55" dirty="0">
                <a:solidFill>
                  <a:srgbClr val="343D4F"/>
                </a:solidFill>
                <a:latin typeface="Arial"/>
                <a:cs typeface="Arial"/>
              </a:rPr>
              <a:t>, 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b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ö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ng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é</a:t>
            </a:r>
            <a:r>
              <a:rPr sz="2800" dirty="0" err="1">
                <a:solidFill>
                  <a:srgbClr val="343D4F"/>
                </a:solidFill>
                <a:latin typeface="Arial"/>
                <a:cs typeface="Arial"/>
              </a:rPr>
              <a:t>sz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ő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b</a:t>
            </a:r>
            <a:r>
              <a:rPr lang="hu-HU" sz="2800" dirty="0" err="1">
                <a:solidFill>
                  <a:srgbClr val="343D4F"/>
                </a:solidFill>
                <a:latin typeface="Arial"/>
                <a:cs typeface="Arial"/>
              </a:rPr>
              <a:t>ől</a:t>
            </a:r>
            <a:r>
              <a:rPr sz="2800" spc="-160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spc="80" dirty="0">
                <a:solidFill>
                  <a:srgbClr val="343D4F"/>
                </a:solidFill>
                <a:latin typeface="Arial"/>
                <a:cs typeface="Arial"/>
              </a:rPr>
              <a:t>fut.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113427" y="7055596"/>
            <a:ext cx="1097520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1" spc="-10" dirty="0">
                <a:solidFill>
                  <a:srgbClr val="0F1626"/>
                </a:solidFill>
                <a:latin typeface="Arial"/>
                <a:cs typeface="Arial"/>
              </a:rPr>
              <a:t>Gyors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063850" y="7914952"/>
            <a:ext cx="519667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800" dirty="0" err="1">
                <a:solidFill>
                  <a:srgbClr val="343D4F"/>
                </a:solidFill>
                <a:latin typeface="Arial"/>
                <a:cs typeface="Arial"/>
              </a:rPr>
              <a:t>Azonnali</a:t>
            </a:r>
            <a:r>
              <a:rPr sz="2800" spc="285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import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á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l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á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s</a:t>
            </a:r>
            <a:r>
              <a:rPr sz="2800" spc="405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lang="hu-HU" sz="2800" spc="50" dirty="0">
                <a:solidFill>
                  <a:srgbClr val="343D4F"/>
                </a:solidFill>
                <a:latin typeface="Arial"/>
                <a:cs typeface="Arial"/>
              </a:rPr>
              <a:t>é</a:t>
            </a:r>
            <a:r>
              <a:rPr sz="2800" spc="50" dirty="0">
                <a:solidFill>
                  <a:srgbClr val="343D4F"/>
                </a:solidFill>
                <a:latin typeface="Arial"/>
                <a:cs typeface="Arial"/>
              </a:rPr>
              <a:t>s</a:t>
            </a:r>
            <a:r>
              <a:rPr lang="hu-HU" sz="2800" spc="270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spc="40" dirty="0" err="1">
                <a:solidFill>
                  <a:srgbClr val="343D4F"/>
                </a:solidFill>
                <a:latin typeface="Arial"/>
                <a:cs typeface="Arial"/>
              </a:rPr>
              <a:t>sz</a:t>
            </a:r>
            <a:r>
              <a:rPr lang="hu-HU" sz="2800" spc="40" dirty="0">
                <a:solidFill>
                  <a:srgbClr val="343D4F"/>
                </a:solidFill>
                <a:latin typeface="Arial"/>
                <a:cs typeface="Arial"/>
              </a:rPr>
              <a:t>ű</a:t>
            </a:r>
            <a:r>
              <a:rPr sz="2800" spc="40" dirty="0">
                <a:solidFill>
                  <a:srgbClr val="343D4F"/>
                </a:solidFill>
                <a:latin typeface="Arial"/>
                <a:cs typeface="Arial"/>
              </a:rPr>
              <a:t>r</a:t>
            </a:r>
            <a:r>
              <a:rPr lang="hu-HU" sz="2800" spc="40" dirty="0">
                <a:solidFill>
                  <a:srgbClr val="343D4F"/>
                </a:solidFill>
                <a:latin typeface="Arial"/>
                <a:cs typeface="Arial"/>
              </a:rPr>
              <a:t>é</a:t>
            </a:r>
            <a:r>
              <a:rPr sz="2800" spc="40" dirty="0">
                <a:solidFill>
                  <a:srgbClr val="343D4F"/>
                </a:solidFill>
                <a:latin typeface="Arial"/>
                <a:cs typeface="Arial"/>
              </a:rPr>
              <a:t>s.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5797566" y="7052684"/>
            <a:ext cx="1665662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hu-HU" sz="2800" b="1" spc="45" dirty="0">
                <a:solidFill>
                  <a:srgbClr val="0F1626"/>
                </a:solidFill>
                <a:latin typeface="Arial"/>
                <a:cs typeface="Arial"/>
              </a:rPr>
              <a:t>Á</a:t>
            </a:r>
            <a:r>
              <a:rPr sz="2800" b="1" spc="45" dirty="0" err="1">
                <a:solidFill>
                  <a:srgbClr val="0F1626"/>
                </a:solidFill>
                <a:latin typeface="Arial"/>
                <a:cs typeface="Arial"/>
              </a:rPr>
              <a:t>tl</a:t>
            </a:r>
            <a:r>
              <a:rPr lang="hu-HU" sz="2800" b="1" spc="45" dirty="0">
                <a:solidFill>
                  <a:srgbClr val="0F1626"/>
                </a:solidFill>
                <a:latin typeface="Arial"/>
                <a:cs typeface="Arial"/>
              </a:rPr>
              <a:t>á</a:t>
            </a:r>
            <a:r>
              <a:rPr sz="2800" b="1" spc="45" dirty="0">
                <a:solidFill>
                  <a:srgbClr val="0F1626"/>
                </a:solidFill>
                <a:latin typeface="Arial"/>
                <a:cs typeface="Arial"/>
              </a:rPr>
              <a:t>that</a:t>
            </a:r>
            <a:r>
              <a:rPr lang="hu-HU" sz="2800" b="1" spc="45" dirty="0">
                <a:solidFill>
                  <a:srgbClr val="0F1626"/>
                </a:solidFill>
                <a:latin typeface="Arial"/>
                <a:cs typeface="Arial"/>
              </a:rPr>
              <a:t>ó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4694599" y="7780036"/>
            <a:ext cx="3871595" cy="10145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83615" marR="5080" indent="-971550">
              <a:lnSpc>
                <a:spcPct val="121600"/>
              </a:lnSpc>
              <a:spcBef>
                <a:spcPts val="100"/>
              </a:spcBef>
            </a:pPr>
            <a:r>
              <a:rPr sz="2800" spc="55" dirty="0" err="1">
                <a:solidFill>
                  <a:srgbClr val="343D4F"/>
                </a:solidFill>
                <a:latin typeface="Arial"/>
                <a:cs typeface="Arial"/>
              </a:rPr>
              <a:t>Letisztult</a:t>
            </a:r>
            <a:r>
              <a:rPr lang="hu-HU" sz="2800" spc="250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UI</a:t>
            </a:r>
            <a:r>
              <a:rPr sz="2800" spc="-35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F"/>
                </a:solidFill>
                <a:latin typeface="Arial"/>
                <a:cs typeface="Arial"/>
              </a:rPr>
              <a:t>di</a:t>
            </a:r>
            <a:r>
              <a:rPr lang="hu-HU" sz="2800" dirty="0">
                <a:solidFill>
                  <a:srgbClr val="343D4F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F"/>
                </a:solidFill>
                <a:latin typeface="Arial"/>
                <a:cs typeface="Arial"/>
              </a:rPr>
              <a:t>koknak</a:t>
            </a:r>
            <a:r>
              <a:rPr sz="2800" spc="300" dirty="0">
                <a:solidFill>
                  <a:srgbClr val="343D4F"/>
                </a:solidFill>
                <a:latin typeface="Arial"/>
                <a:cs typeface="Arial"/>
              </a:rPr>
              <a:t> </a:t>
            </a:r>
            <a:r>
              <a:rPr lang="hu-HU" sz="2800" spc="25" dirty="0">
                <a:solidFill>
                  <a:srgbClr val="343D4F"/>
                </a:solidFill>
                <a:latin typeface="Arial"/>
                <a:cs typeface="Arial"/>
              </a:rPr>
              <a:t>é</a:t>
            </a:r>
            <a:r>
              <a:rPr sz="2800" spc="25" dirty="0">
                <a:solidFill>
                  <a:srgbClr val="343D4F"/>
                </a:solidFill>
                <a:latin typeface="Arial"/>
                <a:cs typeface="Arial"/>
              </a:rPr>
              <a:t>s </a:t>
            </a:r>
            <a:r>
              <a:rPr sz="2800" spc="-10" dirty="0">
                <a:solidFill>
                  <a:srgbClr val="343D4F"/>
                </a:solidFill>
                <a:latin typeface="Arial"/>
                <a:cs typeface="Arial"/>
              </a:rPr>
              <a:t>adminoknak.</a:t>
            </a: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60591" y="1962752"/>
            <a:ext cx="2092205" cy="14489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760591" y="4025992"/>
            <a:ext cx="7346316" cy="193724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023658" y="7616982"/>
            <a:ext cx="1541624" cy="362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682173" y="3537744"/>
            <a:ext cx="1573086" cy="20474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4189918" y="8042232"/>
            <a:ext cx="723619" cy="25199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560683" y="8861230"/>
            <a:ext cx="2045013" cy="110249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5747279" y="8861230"/>
            <a:ext cx="1415778" cy="1102496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693882" y="8898710"/>
            <a:ext cx="0" cy="2252345"/>
          </a:xfrm>
          <a:custGeom>
            <a:avLst/>
            <a:gdLst/>
            <a:ahLst/>
            <a:cxnLst/>
            <a:rect l="l" t="t" r="r" b="b"/>
            <a:pathLst>
              <a:path h="2252345">
                <a:moveTo>
                  <a:pt x="0" y="2252244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79450" y="5715442"/>
            <a:ext cx="0" cy="2961005"/>
          </a:xfrm>
          <a:custGeom>
            <a:avLst/>
            <a:gdLst/>
            <a:ahLst/>
            <a:cxnLst/>
            <a:rect l="l" t="t" r="r" b="b"/>
            <a:pathLst>
              <a:path h="2961004">
                <a:moveTo>
                  <a:pt x="0" y="2960992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679450" y="2195838"/>
            <a:ext cx="0" cy="2961005"/>
          </a:xfrm>
          <a:custGeom>
            <a:avLst/>
            <a:gdLst/>
            <a:ahLst/>
            <a:cxnLst/>
            <a:rect l="l" t="t" r="r" b="b"/>
            <a:pathLst>
              <a:path h="2961004">
                <a:moveTo>
                  <a:pt x="0" y="2960992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6533812" y="7553982"/>
            <a:ext cx="283210" cy="0"/>
          </a:xfrm>
          <a:custGeom>
            <a:avLst/>
            <a:gdLst/>
            <a:ahLst/>
            <a:cxnLst/>
            <a:rect l="l" t="t" r="r" b="b"/>
            <a:pathLst>
              <a:path w="283209">
                <a:moveTo>
                  <a:pt x="0" y="0"/>
                </a:moveTo>
                <a:lnTo>
                  <a:pt x="283155" y="0"/>
                </a:lnTo>
              </a:path>
            </a:pathLst>
          </a:custGeom>
          <a:ln w="157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0776317" y="10719723"/>
            <a:ext cx="8557895" cy="0"/>
          </a:xfrm>
          <a:custGeom>
            <a:avLst/>
            <a:gdLst/>
            <a:ahLst/>
            <a:cxnLst/>
            <a:rect l="l" t="t" r="r" b="b"/>
            <a:pathLst>
              <a:path w="8557894">
                <a:moveTo>
                  <a:pt x="0" y="0"/>
                </a:moveTo>
                <a:lnTo>
                  <a:pt x="8557588" y="0"/>
                </a:lnTo>
              </a:path>
            </a:pathLst>
          </a:custGeom>
          <a:ln w="157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 descr="$PPTXTitle"/>
          <p:cNvSpPr txBox="1">
            <a:spLocks noGrp="1"/>
          </p:cNvSpPr>
          <p:nvPr>
            <p:ph type="title"/>
          </p:nvPr>
        </p:nvSpPr>
        <p:spPr>
          <a:xfrm>
            <a:off x="1096325" y="822138"/>
            <a:ext cx="12312733" cy="69955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225" dirty="0"/>
              <a:t>ADATKEZEL</a:t>
            </a:r>
            <a:r>
              <a:rPr lang="hu-HU" spc="225" dirty="0"/>
              <a:t>É</a:t>
            </a:r>
            <a:r>
              <a:rPr spc="225" dirty="0"/>
              <a:t>S:</a:t>
            </a:r>
            <a:r>
              <a:rPr spc="10" dirty="0"/>
              <a:t> </a:t>
            </a:r>
            <a:r>
              <a:rPr spc="260" dirty="0"/>
              <a:t>INTELLIGENS</a:t>
            </a:r>
            <a:r>
              <a:rPr spc="-15" dirty="0"/>
              <a:t> </a:t>
            </a:r>
            <a:r>
              <a:rPr spc="229" dirty="0"/>
              <a:t>IMP</a:t>
            </a:r>
            <a:r>
              <a:rPr lang="hu-HU" spc="229" dirty="0"/>
              <a:t>ORT</a:t>
            </a:r>
            <a:endParaRPr spc="229" dirty="0"/>
          </a:p>
        </p:txBody>
      </p:sp>
      <p:sp>
        <p:nvSpPr>
          <p:cNvPr id="17" name="object 17"/>
          <p:cNvSpPr txBox="1"/>
          <p:nvPr/>
        </p:nvSpPr>
        <p:spPr>
          <a:xfrm>
            <a:off x="1441450" y="2394084"/>
            <a:ext cx="5029200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spc="150" dirty="0">
                <a:solidFill>
                  <a:srgbClr val="1D2638"/>
                </a:solidFill>
                <a:latin typeface="Arial"/>
                <a:cs typeface="Arial"/>
              </a:rPr>
              <a:t>Multi-</a:t>
            </a:r>
            <a:r>
              <a:rPr sz="2800" b="1" spc="195" dirty="0">
                <a:solidFill>
                  <a:srgbClr val="1D2638"/>
                </a:solidFill>
                <a:latin typeface="Arial"/>
                <a:cs typeface="Arial"/>
              </a:rPr>
              <a:t>form</a:t>
            </a:r>
            <a:r>
              <a:rPr lang="hu-HU" sz="2800" b="1" spc="195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195" dirty="0">
                <a:solidFill>
                  <a:srgbClr val="1D2638"/>
                </a:solidFill>
                <a:latin typeface="Arial"/>
                <a:cs typeface="Arial"/>
              </a:rPr>
              <a:t>tum</a:t>
            </a:r>
            <a:r>
              <a:rPr sz="2800" b="1" spc="-315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spc="150" dirty="0">
                <a:solidFill>
                  <a:srgbClr val="1D2638"/>
                </a:solidFill>
                <a:latin typeface="Arial"/>
                <a:cs typeface="Arial"/>
              </a:rPr>
              <a:t>t</a:t>
            </a:r>
            <a:r>
              <a:rPr lang="hu-HU" sz="2800" b="1" spc="150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150" dirty="0" err="1">
                <a:solidFill>
                  <a:srgbClr val="1D2638"/>
                </a:solidFill>
                <a:latin typeface="Arial"/>
                <a:cs typeface="Arial"/>
              </a:rPr>
              <a:t>mogat</a:t>
            </a:r>
            <a:r>
              <a:rPr lang="hu-HU" sz="2800" b="1" spc="150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150" dirty="0">
                <a:solidFill>
                  <a:srgbClr val="1D2638"/>
                </a:solidFill>
                <a:latin typeface="Arial"/>
                <a:cs typeface="Arial"/>
              </a:rPr>
              <a:t>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370081" y="3216755"/>
            <a:ext cx="6009648" cy="16824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5715">
              <a:lnSpc>
                <a:spcPct val="134100"/>
              </a:lnSpc>
              <a:spcBef>
                <a:spcPts val="100"/>
              </a:spcBef>
              <a:tabLst>
                <a:tab pos="4461510" algn="l"/>
              </a:tabLst>
            </a:pP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Excel</a:t>
            </a:r>
            <a:r>
              <a:rPr sz="2800" b="1" spc="37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(.xlsx,</a:t>
            </a:r>
            <a:r>
              <a:rPr sz="2800" b="1" spc="23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.xis)</a:t>
            </a:r>
            <a:r>
              <a:rPr sz="2800" b="1" spc="28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85" dirty="0">
                <a:solidFill>
                  <a:srgbClr val="343D4B"/>
                </a:solidFill>
                <a:latin typeface="Arial"/>
                <a:cs typeface="Arial"/>
              </a:rPr>
              <a:t>es</a:t>
            </a:r>
            <a:r>
              <a:rPr sz="2800" b="1" spc="18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75" dirty="0">
                <a:solidFill>
                  <a:srgbClr val="343D4B"/>
                </a:solidFill>
                <a:latin typeface="Arial"/>
                <a:cs typeface="Arial"/>
              </a:rPr>
              <a:t>CSV</a:t>
            </a:r>
            <a:r>
              <a:rPr sz="2800" b="1" spc="22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f</a:t>
            </a:r>
            <a:r>
              <a:rPr lang="hu-HU" sz="2800" b="1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b="1" dirty="0" err="1">
                <a:solidFill>
                  <a:srgbClr val="343D4B"/>
                </a:solidFill>
                <a:latin typeface="Arial"/>
                <a:cs typeface="Arial"/>
              </a:rPr>
              <a:t>jlok</a:t>
            </a:r>
            <a:r>
              <a:rPr sz="2800" b="1" spc="30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35" dirty="0">
                <a:solidFill>
                  <a:srgbClr val="343D4B"/>
                </a:solidFill>
                <a:latin typeface="Arial"/>
                <a:cs typeface="Arial"/>
              </a:rPr>
              <a:t>z</a:t>
            </a:r>
            <a:r>
              <a:rPr lang="hu-HU" sz="2800" b="1" spc="35" dirty="0">
                <a:solidFill>
                  <a:srgbClr val="343D4B"/>
                </a:solidFill>
                <a:latin typeface="Arial"/>
                <a:cs typeface="Arial"/>
              </a:rPr>
              <a:t>ö</a:t>
            </a:r>
            <a:r>
              <a:rPr sz="2800" b="1" spc="35" dirty="0" err="1">
                <a:solidFill>
                  <a:srgbClr val="343D4B"/>
                </a:solidFill>
                <a:latin typeface="Arial"/>
                <a:cs typeface="Arial"/>
              </a:rPr>
              <a:t>kken</a:t>
            </a:r>
            <a:r>
              <a:rPr lang="hu-HU" sz="2800" b="1" spc="35" dirty="0">
                <a:solidFill>
                  <a:srgbClr val="343D4B"/>
                </a:solidFill>
                <a:latin typeface="Arial"/>
                <a:cs typeface="Arial"/>
              </a:rPr>
              <a:t>ő</a:t>
            </a:r>
            <a:r>
              <a:rPr sz="2800" b="1" spc="35" dirty="0" err="1">
                <a:solidFill>
                  <a:srgbClr val="343D4B"/>
                </a:solidFill>
                <a:latin typeface="Arial"/>
                <a:cs typeface="Arial"/>
              </a:rPr>
              <a:t>mentes</a:t>
            </a:r>
            <a:r>
              <a:rPr sz="2800" b="1" spc="3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dirty="0" err="1">
                <a:solidFill>
                  <a:srgbClr val="343D4B"/>
                </a:solidFill>
                <a:latin typeface="Arial"/>
                <a:cs typeface="Arial"/>
              </a:rPr>
              <a:t>beolvas</a:t>
            </a:r>
            <a:r>
              <a:rPr lang="hu-HU" sz="2800" b="1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b="1" dirty="0" err="1">
                <a:solidFill>
                  <a:srgbClr val="343D4B"/>
                </a:solidFill>
                <a:latin typeface="Arial"/>
                <a:cs typeface="Arial"/>
              </a:rPr>
              <a:t>sa</a:t>
            </a:r>
            <a:r>
              <a:rPr sz="2800" b="1" spc="52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35" dirty="0" err="1">
                <a:solidFill>
                  <a:srgbClr val="343D4B"/>
                </a:solidFill>
                <a:latin typeface="Arial"/>
                <a:cs typeface="Arial"/>
              </a:rPr>
              <a:t>PHPSpreadsheet</a:t>
            </a:r>
            <a:r>
              <a:rPr lang="hu-HU" sz="2800" b="1" spc="3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-10" dirty="0">
                <a:solidFill>
                  <a:srgbClr val="343D4B"/>
                </a:solidFill>
                <a:latin typeface="Arial"/>
                <a:cs typeface="Arial"/>
              </a:rPr>
              <a:t>seg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í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ts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343D4B"/>
                </a:solidFill>
                <a:latin typeface="Arial"/>
                <a:cs typeface="Arial"/>
              </a:rPr>
              <a:t>g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343D4B"/>
                </a:solidFill>
                <a:latin typeface="Arial"/>
                <a:cs typeface="Arial"/>
              </a:rPr>
              <a:t>vel.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370081" y="5714201"/>
            <a:ext cx="4300272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dirty="0">
                <a:solidFill>
                  <a:srgbClr val="1D2638"/>
                </a:solidFill>
                <a:latin typeface="Arial"/>
                <a:cs typeface="Arial"/>
              </a:rPr>
              <a:t>K</a:t>
            </a:r>
            <a:r>
              <a:rPr lang="hu-HU" sz="2800" b="1" dirty="0">
                <a:solidFill>
                  <a:srgbClr val="1D2638"/>
                </a:solidFill>
                <a:latin typeface="Arial"/>
                <a:cs typeface="Arial"/>
              </a:rPr>
              <a:t>ó</a:t>
            </a:r>
            <a:r>
              <a:rPr sz="2800" b="1" dirty="0" err="1">
                <a:solidFill>
                  <a:srgbClr val="1D2638"/>
                </a:solidFill>
                <a:latin typeface="Arial"/>
                <a:cs typeface="Arial"/>
              </a:rPr>
              <a:t>dol</a:t>
            </a:r>
            <a:r>
              <a:rPr lang="hu-HU" sz="2800" b="1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dirty="0" err="1">
                <a:solidFill>
                  <a:srgbClr val="1D2638"/>
                </a:solidFill>
                <a:latin typeface="Arial"/>
                <a:cs typeface="Arial"/>
              </a:rPr>
              <a:t>si</a:t>
            </a:r>
            <a:r>
              <a:rPr sz="2800" b="1" spc="85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spc="60" dirty="0" err="1">
                <a:solidFill>
                  <a:srgbClr val="1D2638"/>
                </a:solidFill>
                <a:latin typeface="Arial"/>
                <a:cs typeface="Arial"/>
              </a:rPr>
              <a:t>rugalmass</a:t>
            </a:r>
            <a:r>
              <a:rPr lang="hu-HU" sz="2800" b="1" spc="60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60" dirty="0">
                <a:solidFill>
                  <a:srgbClr val="1D2638"/>
                </a:solidFill>
                <a:latin typeface="Arial"/>
                <a:cs typeface="Arial"/>
              </a:rPr>
              <a:t>g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47845" y="6482980"/>
            <a:ext cx="7322184" cy="1502334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9050">
              <a:lnSpc>
                <a:spcPct val="100000"/>
              </a:lnSpc>
              <a:spcBef>
                <a:spcPts val="835"/>
              </a:spcBef>
              <a:tabLst>
                <a:tab pos="6177915" algn="l"/>
              </a:tabLst>
            </a:pPr>
            <a:r>
              <a:rPr sz="2800" b="1" dirty="0" err="1">
                <a:solidFill>
                  <a:srgbClr val="343D4B"/>
                </a:solidFill>
                <a:latin typeface="Arial"/>
                <a:cs typeface="Arial"/>
              </a:rPr>
              <a:t>Automatikus</a:t>
            </a:r>
            <a:r>
              <a:rPr sz="2800" b="1" spc="37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55" dirty="0" err="1">
                <a:solidFill>
                  <a:srgbClr val="343D4B"/>
                </a:solidFill>
                <a:latin typeface="Arial"/>
                <a:cs typeface="Arial"/>
              </a:rPr>
              <a:t>karakterk</a:t>
            </a:r>
            <a:r>
              <a:rPr lang="hu-HU" sz="2800" b="1" spc="55" dirty="0">
                <a:solidFill>
                  <a:srgbClr val="343D4B"/>
                </a:solidFill>
                <a:latin typeface="Arial"/>
                <a:cs typeface="Arial"/>
              </a:rPr>
              <a:t>ó</a:t>
            </a:r>
            <a:r>
              <a:rPr sz="2800" b="1" spc="55" dirty="0" err="1">
                <a:solidFill>
                  <a:srgbClr val="343D4B"/>
                </a:solidFill>
                <a:latin typeface="Arial"/>
                <a:cs typeface="Arial"/>
              </a:rPr>
              <a:t>dol</a:t>
            </a:r>
            <a:r>
              <a:rPr lang="hu-HU" sz="2800" b="1" spc="55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b="1" spc="55" dirty="0">
                <a:solidFill>
                  <a:srgbClr val="343D4B"/>
                </a:solidFill>
                <a:latin typeface="Arial"/>
                <a:cs typeface="Arial"/>
              </a:rPr>
              <a:t>s</a:t>
            </a:r>
            <a:r>
              <a:rPr sz="2800" b="1" spc="9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felismer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343D4B"/>
                </a:solidFill>
                <a:latin typeface="Arial"/>
                <a:cs typeface="Arial"/>
              </a:rPr>
              <a:t>s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105" dirty="0">
                <a:solidFill>
                  <a:srgbClr val="343D4B"/>
                </a:solidFill>
                <a:latin typeface="Arial"/>
                <a:cs typeface="Arial"/>
              </a:rPr>
              <a:t>(UTF-</a:t>
            </a:r>
            <a:r>
              <a:rPr sz="2800" b="1" spc="55" dirty="0">
                <a:solidFill>
                  <a:srgbClr val="343D4B"/>
                </a:solidFill>
                <a:latin typeface="Arial"/>
                <a:cs typeface="Arial"/>
              </a:rPr>
              <a:t>8,</a:t>
            </a:r>
            <a:endParaRPr sz="2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CP1250,</a:t>
            </a:r>
            <a:r>
              <a:rPr sz="2800" b="1" spc="17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lang="hu-HU" sz="2800" b="1" spc="55" dirty="0">
                <a:solidFill>
                  <a:srgbClr val="343D4B"/>
                </a:solidFill>
                <a:latin typeface="Arial"/>
                <a:cs typeface="Arial"/>
              </a:rPr>
              <a:t>I</a:t>
            </a:r>
            <a:r>
              <a:rPr sz="2800" b="1" spc="55" dirty="0">
                <a:solidFill>
                  <a:srgbClr val="343D4B"/>
                </a:solidFill>
                <a:latin typeface="Arial"/>
                <a:cs typeface="Arial"/>
              </a:rPr>
              <a:t>S</a:t>
            </a:r>
            <a:r>
              <a:rPr lang="hu-HU" sz="2800" b="1" spc="55" dirty="0">
                <a:solidFill>
                  <a:srgbClr val="343D4B"/>
                </a:solidFill>
                <a:latin typeface="Arial"/>
                <a:cs typeface="Arial"/>
              </a:rPr>
              <a:t>O</a:t>
            </a:r>
            <a:r>
              <a:rPr sz="2800" b="1" spc="55" dirty="0">
                <a:solidFill>
                  <a:srgbClr val="343D4B"/>
                </a:solidFill>
                <a:latin typeface="Arial"/>
                <a:cs typeface="Arial"/>
              </a:rPr>
              <a:t>-8859-</a:t>
            </a:r>
            <a:r>
              <a:rPr sz="2800" b="1" spc="-25" dirty="0">
                <a:solidFill>
                  <a:srgbClr val="343D4B"/>
                </a:solidFill>
                <a:latin typeface="Arial"/>
                <a:cs typeface="Arial"/>
              </a:rPr>
              <a:t>2).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509117" y="9146089"/>
            <a:ext cx="3183887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dirty="0" err="1">
                <a:solidFill>
                  <a:srgbClr val="1D2638"/>
                </a:solidFill>
                <a:latin typeface="Arial"/>
                <a:cs typeface="Arial"/>
              </a:rPr>
              <a:t>Duplik</a:t>
            </a:r>
            <a:r>
              <a:rPr lang="hu-HU" sz="2800" b="1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dirty="0">
                <a:solidFill>
                  <a:srgbClr val="1D2638"/>
                </a:solidFill>
                <a:latin typeface="Arial"/>
                <a:cs typeface="Arial"/>
              </a:rPr>
              <a:t>ci</a:t>
            </a:r>
            <a:r>
              <a:rPr lang="hu-HU" sz="2800" b="1" dirty="0">
                <a:solidFill>
                  <a:srgbClr val="1D2638"/>
                </a:solidFill>
                <a:latin typeface="Arial"/>
                <a:cs typeface="Arial"/>
              </a:rPr>
              <a:t>ó</a:t>
            </a:r>
            <a:r>
              <a:rPr sz="2800" b="1" spc="335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1D2638"/>
                </a:solidFill>
                <a:latin typeface="Arial"/>
                <a:cs typeface="Arial"/>
              </a:rPr>
              <a:t>sz</a:t>
            </a:r>
            <a:r>
              <a:rPr lang="hu-HU" sz="2800" b="1" spc="-10" dirty="0">
                <a:solidFill>
                  <a:srgbClr val="1D2638"/>
                </a:solidFill>
                <a:latin typeface="Arial"/>
                <a:cs typeface="Arial"/>
              </a:rPr>
              <a:t>ű</a:t>
            </a:r>
            <a:r>
              <a:rPr sz="2800" b="1" spc="-10" dirty="0">
                <a:solidFill>
                  <a:srgbClr val="1D2638"/>
                </a:solidFill>
                <a:latin typeface="Arial"/>
                <a:cs typeface="Arial"/>
              </a:rPr>
              <a:t>r</a:t>
            </a:r>
            <a:r>
              <a:rPr lang="hu-HU" sz="2800" b="1" spc="-10" dirty="0">
                <a:solidFill>
                  <a:srgbClr val="1D2638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1D2638"/>
                </a:solidFill>
                <a:latin typeface="Arial"/>
                <a:cs typeface="Arial"/>
              </a:rPr>
              <a:t>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96325" y="9714973"/>
            <a:ext cx="7736525" cy="10899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0160">
              <a:lnSpc>
                <a:spcPct val="131900"/>
              </a:lnSpc>
              <a:spcBef>
                <a:spcPts val="100"/>
              </a:spcBef>
              <a:tabLst>
                <a:tab pos="1774189" algn="l"/>
                <a:tab pos="2026920" algn="l"/>
              </a:tabLst>
            </a:pP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A</a:t>
            </a:r>
            <a:r>
              <a:rPr sz="2800" b="1" spc="1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45" dirty="0">
                <a:solidFill>
                  <a:srgbClr val="343D4B"/>
                </a:solidFill>
                <a:latin typeface="Arial"/>
                <a:cs typeface="Arial"/>
              </a:rPr>
              <a:t>rendszer</a:t>
            </a: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	</a:t>
            </a:r>
            <a:r>
              <a:rPr sz="2800" b="1" dirty="0" err="1">
                <a:solidFill>
                  <a:srgbClr val="343D4B"/>
                </a:solidFill>
                <a:latin typeface="Arial"/>
                <a:cs typeface="Arial"/>
              </a:rPr>
              <a:t>azonos</a:t>
            </a:r>
            <a:r>
              <a:rPr lang="hu-HU" sz="2800" b="1" dirty="0">
                <a:solidFill>
                  <a:srgbClr val="343D4B"/>
                </a:solidFill>
                <a:latin typeface="Arial"/>
                <a:cs typeface="Arial"/>
              </a:rPr>
              <a:t>í</a:t>
            </a:r>
            <a:r>
              <a:rPr sz="2800" b="1" dirty="0" err="1">
                <a:solidFill>
                  <a:srgbClr val="343D4B"/>
                </a:solidFill>
                <a:latin typeface="Arial"/>
                <a:cs typeface="Arial"/>
              </a:rPr>
              <a:t>tja</a:t>
            </a:r>
            <a:r>
              <a:rPr sz="2800" b="1" spc="33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95" dirty="0" err="1">
                <a:solidFill>
                  <a:srgbClr val="343D4B"/>
                </a:solidFill>
                <a:latin typeface="Arial"/>
                <a:cs typeface="Arial"/>
              </a:rPr>
              <a:t>az</a:t>
            </a:r>
            <a:r>
              <a:rPr sz="2800" b="1" spc="13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55" dirty="0" err="1">
                <a:solidFill>
                  <a:srgbClr val="343D4B"/>
                </a:solidFill>
                <a:latin typeface="Arial"/>
                <a:cs typeface="Arial"/>
              </a:rPr>
              <a:t>ismetl</a:t>
            </a:r>
            <a:r>
              <a:rPr lang="hu-HU" sz="2800" b="1" spc="55" dirty="0">
                <a:solidFill>
                  <a:srgbClr val="343D4B"/>
                </a:solidFill>
                <a:latin typeface="Arial"/>
                <a:cs typeface="Arial"/>
              </a:rPr>
              <a:t>ő</a:t>
            </a:r>
            <a:r>
              <a:rPr sz="2800" b="1" spc="55" dirty="0">
                <a:solidFill>
                  <a:srgbClr val="343D4B"/>
                </a:solidFill>
                <a:latin typeface="Arial"/>
                <a:cs typeface="Arial"/>
              </a:rPr>
              <a:t>d</a:t>
            </a:r>
            <a:r>
              <a:rPr lang="hu-HU" sz="2800" b="1" spc="55" dirty="0">
                <a:solidFill>
                  <a:srgbClr val="343D4B"/>
                </a:solidFill>
                <a:latin typeface="Arial"/>
                <a:cs typeface="Arial"/>
              </a:rPr>
              <a:t>ő</a:t>
            </a:r>
            <a:r>
              <a:rPr sz="2800" b="1" spc="31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oktat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si</a:t>
            </a:r>
            <a:r>
              <a:rPr sz="2800" b="1" spc="-1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azonosit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ó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kat</a:t>
            </a:r>
            <a:r>
              <a:rPr sz="2800" b="1" dirty="0">
                <a:solidFill>
                  <a:srgbClr val="343D4B"/>
                </a:solidFill>
                <a:latin typeface="Arial"/>
                <a:cs typeface="Arial"/>
              </a:rPr>
              <a:t>	</a:t>
            </a:r>
            <a:r>
              <a:rPr lang="hu-HU" sz="2800" b="1" spc="85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b="1" spc="85" dirty="0">
                <a:solidFill>
                  <a:srgbClr val="343D4B"/>
                </a:solidFill>
                <a:latin typeface="Arial"/>
                <a:cs typeface="Arial"/>
              </a:rPr>
              <a:t>s</a:t>
            </a:r>
            <a:r>
              <a:rPr sz="2800" b="1" spc="12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70" dirty="0">
                <a:solidFill>
                  <a:srgbClr val="343D4B"/>
                </a:solidFill>
                <a:latin typeface="Arial"/>
                <a:cs typeface="Arial"/>
              </a:rPr>
              <a:t>kezeli</a:t>
            </a:r>
            <a:r>
              <a:rPr sz="2800" b="1" spc="15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95" dirty="0" err="1">
                <a:solidFill>
                  <a:srgbClr val="343D4B"/>
                </a:solidFill>
                <a:latin typeface="Arial"/>
                <a:cs typeface="Arial"/>
              </a:rPr>
              <a:t>az</a:t>
            </a:r>
            <a:r>
              <a:rPr sz="2800" b="1" spc="13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adatfriss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í</a:t>
            </a:r>
            <a:r>
              <a:rPr sz="2800" b="1" spc="-10" dirty="0">
                <a:solidFill>
                  <a:srgbClr val="343D4B"/>
                </a:solidFill>
                <a:latin typeface="Arial"/>
                <a:cs typeface="Arial"/>
              </a:rPr>
              <a:t>t</a:t>
            </a:r>
            <a:r>
              <a:rPr lang="hu-HU" sz="2800" b="1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b="1" spc="-10" dirty="0" err="1">
                <a:solidFill>
                  <a:srgbClr val="343D4B"/>
                </a:solidFill>
                <a:latin typeface="Arial"/>
                <a:cs typeface="Arial"/>
              </a:rPr>
              <a:t>st.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766911" y="6257662"/>
            <a:ext cx="42037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10" dirty="0">
                <a:solidFill>
                  <a:srgbClr val="343D4B"/>
                </a:solidFill>
                <a:latin typeface="Arial"/>
                <a:cs typeface="Arial"/>
              </a:rPr>
              <a:t>Jrses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765984" y="6739019"/>
            <a:ext cx="655955" cy="45656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715"/>
              </a:spcBef>
            </a:pPr>
            <a:r>
              <a:rPr sz="1050" i="1" spc="-140" dirty="0">
                <a:solidFill>
                  <a:srgbClr val="4D4F56"/>
                </a:solidFill>
                <a:latin typeface="Arial"/>
                <a:cs typeface="Arial"/>
              </a:rPr>
              <a:t>JX</a:t>
            </a:r>
            <a:r>
              <a:rPr sz="1050" i="1" spc="6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4D4F56"/>
                </a:solidFill>
                <a:latin typeface="Arial"/>
                <a:cs typeface="Arial"/>
              </a:rPr>
              <a:t>Design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90"/>
              </a:spcBef>
            </a:pPr>
            <a:r>
              <a:rPr sz="850" spc="-10" dirty="0">
                <a:solidFill>
                  <a:srgbClr val="BABCBF"/>
                </a:solidFill>
                <a:latin typeface="Arial"/>
                <a:cs typeface="Arial"/>
              </a:rPr>
              <a:t>Courses</a:t>
            </a:r>
            <a:endParaRPr sz="85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755524" y="7579672"/>
            <a:ext cx="478790" cy="473709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050" spc="-10" dirty="0">
                <a:solidFill>
                  <a:srgbClr val="6B6B79"/>
                </a:solidFill>
                <a:latin typeface="Arial"/>
                <a:cs typeface="Arial"/>
              </a:rPr>
              <a:t>·</a:t>
            </a:r>
            <a:r>
              <a:rPr sz="1050" spc="-10" dirty="0">
                <a:solidFill>
                  <a:srgbClr val="4D4F56"/>
                </a:solidFill>
                <a:latin typeface="Arial"/>
                <a:cs typeface="Arial"/>
              </a:rPr>
              <a:t>ke</a:t>
            </a:r>
            <a:r>
              <a:rPr sz="1050" spc="-10" dirty="0">
                <a:solidFill>
                  <a:srgbClr val="343D4B"/>
                </a:solidFill>
                <a:latin typeface="Arial"/>
                <a:cs typeface="Arial"/>
              </a:rPr>
              <a:t>t</a:t>
            </a:r>
            <a:r>
              <a:rPr sz="1050" spc="-10" dirty="0">
                <a:solidFill>
                  <a:srgbClr val="4D4F56"/>
                </a:solidFill>
                <a:latin typeface="Arial"/>
                <a:cs typeface="Arial"/>
              </a:rPr>
              <a:t>ing</a:t>
            </a:r>
            <a:endParaRPr sz="1050">
              <a:latin typeface="Arial"/>
              <a:cs typeface="Arial"/>
            </a:endParaRPr>
          </a:p>
          <a:p>
            <a:pPr marL="22860">
              <a:lnSpc>
                <a:spcPct val="100000"/>
              </a:lnSpc>
              <a:spcBef>
                <a:spcPts val="555"/>
              </a:spcBef>
            </a:pPr>
            <a:r>
              <a:rPr sz="850" spc="-10" dirty="0">
                <a:solidFill>
                  <a:srgbClr val="BABCBF"/>
                </a:solidFill>
                <a:latin typeface="Arial"/>
                <a:cs typeface="Arial"/>
              </a:rPr>
              <a:t>Courses</a:t>
            </a:r>
            <a:endParaRPr sz="85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0759804" y="8521717"/>
            <a:ext cx="483234" cy="38608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000" spc="-150" dirty="0">
                <a:solidFill>
                  <a:srgbClr val="4D4F56"/>
                </a:solidFill>
                <a:latin typeface="Arial"/>
                <a:cs typeface="Arial"/>
              </a:rPr>
              <a:t>:&gt;</a:t>
            </a:r>
            <a:r>
              <a:rPr sz="1000" spc="-3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050" spc="-20" dirty="0">
                <a:solidFill>
                  <a:srgbClr val="4D4F56"/>
                </a:solidFill>
                <a:latin typeface="Arial"/>
                <a:cs typeface="Arial"/>
              </a:rPr>
              <a:t>Dev.</a:t>
            </a:r>
            <a:endParaRPr sz="1050">
              <a:latin typeface="Arial"/>
              <a:cs typeface="Arial"/>
            </a:endParaRPr>
          </a:p>
          <a:p>
            <a:pPr marL="19685">
              <a:lnSpc>
                <a:spcPct val="100000"/>
              </a:lnSpc>
              <a:spcBef>
                <a:spcPts val="700"/>
              </a:spcBef>
            </a:pPr>
            <a:r>
              <a:rPr sz="700" dirty="0">
                <a:solidFill>
                  <a:srgbClr val="BABCBF"/>
                </a:solidFill>
                <a:latin typeface="Arial"/>
                <a:cs typeface="Arial"/>
              </a:rPr>
              <a:t>COU</a:t>
            </a:r>
            <a:r>
              <a:rPr sz="700" spc="26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700" spc="55" dirty="0">
                <a:solidFill>
                  <a:srgbClr val="BABCBF"/>
                </a:solidFill>
                <a:latin typeface="Arial"/>
                <a:cs typeface="Arial"/>
              </a:rPr>
              <a:t>:i8S</a:t>
            </a:r>
            <a:endParaRPr sz="7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0758964" y="9306262"/>
            <a:ext cx="680085" cy="45656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sz="1050" spc="55" dirty="0">
                <a:solidFill>
                  <a:srgbClr val="AAAAAF"/>
                </a:solidFill>
                <a:latin typeface="Arial"/>
                <a:cs typeface="Arial"/>
              </a:rPr>
              <a:t>.</a:t>
            </a:r>
            <a:r>
              <a:rPr sz="1050" spc="55" dirty="0">
                <a:solidFill>
                  <a:srgbClr val="4D4F56"/>
                </a:solidFill>
                <a:latin typeface="Arial"/>
                <a:cs typeface="Arial"/>
              </a:rPr>
              <a:t>hem</a:t>
            </a:r>
            <a:r>
              <a:rPr sz="1050" spc="55" dirty="0">
                <a:solidFill>
                  <a:srgbClr val="343D4B"/>
                </a:solidFill>
                <a:latin typeface="Arial"/>
                <a:cs typeface="Arial"/>
              </a:rPr>
              <a:t>a</a:t>
            </a:r>
            <a:r>
              <a:rPr sz="1050" spc="55" dirty="0">
                <a:solidFill>
                  <a:srgbClr val="4D4F56"/>
                </a:solidFill>
                <a:latin typeface="Arial"/>
                <a:cs typeface="Arial"/>
              </a:rPr>
              <a:t>tics</a:t>
            </a:r>
            <a:endParaRPr sz="1050">
              <a:latin typeface="Arial"/>
              <a:cs typeface="Arial"/>
            </a:endParaRPr>
          </a:p>
          <a:p>
            <a:pPr marL="20320">
              <a:lnSpc>
                <a:spcPct val="100000"/>
              </a:lnSpc>
              <a:spcBef>
                <a:spcPts val="490"/>
              </a:spcBef>
            </a:pPr>
            <a:r>
              <a:rPr sz="850" spc="65" dirty="0">
                <a:solidFill>
                  <a:srgbClr val="BABCBF"/>
                </a:solidFill>
                <a:latin typeface="Arial"/>
                <a:cs typeface="Arial"/>
              </a:rPr>
              <a:t>courses</a:t>
            </a:r>
            <a:endParaRPr sz="85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2045933" y="3536856"/>
            <a:ext cx="104775" cy="17208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950" spc="40" dirty="0">
                <a:solidFill>
                  <a:srgbClr val="AAAAAF"/>
                </a:solidFill>
                <a:latin typeface="Arial"/>
                <a:cs typeface="Arial"/>
              </a:rPr>
              <a:t>0</a:t>
            </a:r>
            <a:endParaRPr sz="95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2651490" y="6300974"/>
            <a:ext cx="628650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60" dirty="0">
                <a:solidFill>
                  <a:srgbClr val="797C8A"/>
                </a:solidFill>
                <a:latin typeface="Arial"/>
                <a:cs typeface="Arial"/>
              </a:rPr>
              <a:t>All</a:t>
            </a:r>
            <a:r>
              <a:rPr sz="800" spc="-105" dirty="0">
                <a:solidFill>
                  <a:srgbClr val="797C8A"/>
                </a:solidFill>
                <a:latin typeface="Arial"/>
                <a:cs typeface="Arial"/>
              </a:rPr>
              <a:t> </a:t>
            </a:r>
            <a:r>
              <a:rPr sz="800" spc="90" dirty="0">
                <a:solidFill>
                  <a:srgbClr val="898C9C"/>
                </a:solidFill>
                <a:latin typeface="Arial"/>
                <a:cs typeface="Arial"/>
              </a:rPr>
              <a:t>courses</a:t>
            </a:r>
            <a:endParaRPr sz="8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3563321" y="6241911"/>
            <a:ext cx="128333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55" dirty="0">
                <a:solidFill>
                  <a:srgbClr val="4D4F56"/>
                </a:solidFill>
                <a:latin typeface="Arial"/>
                <a:cs typeface="Arial"/>
              </a:rPr>
              <a:t>Current </a:t>
            </a:r>
            <a:r>
              <a:rPr sz="1300" spc="60" dirty="0">
                <a:solidFill>
                  <a:srgbClr val="343D4B"/>
                </a:solidFill>
                <a:latin typeface="Arial"/>
                <a:cs typeface="Arial"/>
              </a:rPr>
              <a:t>Activity</a:t>
            </a:r>
            <a:endParaRPr sz="13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2210708" y="6903409"/>
            <a:ext cx="996315" cy="1771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37260" algn="l"/>
              </a:tabLst>
            </a:pPr>
            <a:r>
              <a:rPr sz="900" b="1" spc="40" dirty="0">
                <a:solidFill>
                  <a:srgbClr val="EBDB6E"/>
                </a:solidFill>
                <a:latin typeface="Times New Roman"/>
                <a:cs typeface="Times New Roman"/>
              </a:rPr>
              <a:t>'ltlllwCour..</a:t>
            </a:r>
            <a:r>
              <a:rPr sz="900" b="1" dirty="0">
                <a:solidFill>
                  <a:srgbClr val="EBDB6E"/>
                </a:solidFill>
                <a:latin typeface="Times New Roman"/>
                <a:cs typeface="Times New Roman"/>
              </a:rPr>
              <a:t>	</a:t>
            </a:r>
            <a:r>
              <a:rPr sz="1000" spc="-50" dirty="0">
                <a:solidFill>
                  <a:srgbClr val="797C8A"/>
                </a:solidFill>
                <a:latin typeface="Times New Roman"/>
                <a:cs typeface="Times New Roman"/>
              </a:rPr>
              <a:t>I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2218207" y="7769658"/>
            <a:ext cx="967105" cy="1676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922019" algn="l"/>
              </a:tabLst>
            </a:pPr>
            <a:r>
              <a:rPr sz="900" spc="-25" dirty="0">
                <a:solidFill>
                  <a:srgbClr val="D895A8"/>
                </a:solidFill>
                <a:latin typeface="Arial"/>
                <a:cs typeface="Arial"/>
              </a:rPr>
              <a:t>View</a:t>
            </a:r>
            <a:r>
              <a:rPr sz="900" spc="-120" dirty="0">
                <a:solidFill>
                  <a:srgbClr val="D895A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D895A8"/>
                </a:solidFill>
                <a:latin typeface="Arial"/>
                <a:cs typeface="Arial"/>
              </a:rPr>
              <a:t>Covrses</a:t>
            </a:r>
            <a:r>
              <a:rPr sz="900" dirty="0">
                <a:solidFill>
                  <a:srgbClr val="D895A8"/>
                </a:solidFill>
                <a:latin typeface="Arial"/>
                <a:cs typeface="Arial"/>
              </a:rPr>
              <a:t>	</a:t>
            </a:r>
            <a:r>
              <a:rPr sz="900" spc="-50" dirty="0">
                <a:solidFill>
                  <a:srgbClr val="797C8A"/>
                </a:solidFill>
                <a:latin typeface="Arial"/>
                <a:cs typeface="Arial"/>
              </a:rPr>
              <a:t>I</a:t>
            </a:r>
            <a:endParaRPr sz="9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2218238" y="8635905"/>
            <a:ext cx="698500" cy="158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850" spc="-10" dirty="0">
                <a:solidFill>
                  <a:srgbClr val="97C8C1"/>
                </a:solidFill>
                <a:latin typeface="Arial"/>
                <a:cs typeface="Arial"/>
              </a:rPr>
              <a:t>ViewCourses</a:t>
            </a:r>
            <a:endParaRPr sz="85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3129842" y="8635905"/>
            <a:ext cx="57150" cy="158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850" spc="-50" dirty="0">
                <a:solidFill>
                  <a:srgbClr val="6B6B79"/>
                </a:solidFill>
                <a:latin typeface="Arial"/>
                <a:cs typeface="Arial"/>
              </a:rPr>
              <a:t>;</a:t>
            </a:r>
            <a:endParaRPr sz="8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2217312" y="9478528"/>
            <a:ext cx="975994" cy="1676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920750" algn="l"/>
              </a:tabLst>
            </a:pPr>
            <a:r>
              <a:rPr sz="900" dirty="0">
                <a:solidFill>
                  <a:srgbClr val="85B8CF"/>
                </a:solidFill>
                <a:latin typeface="Arial"/>
                <a:cs typeface="Arial"/>
              </a:rPr>
              <a:t>v,ew</a:t>
            </a:r>
            <a:r>
              <a:rPr sz="900" spc="-110" dirty="0">
                <a:solidFill>
                  <a:srgbClr val="85B8CF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6EB3D3"/>
                </a:solidFill>
                <a:latin typeface="Arial"/>
                <a:cs typeface="Arial"/>
              </a:rPr>
              <a:t>Courses</a:t>
            </a:r>
            <a:r>
              <a:rPr sz="800" dirty="0">
                <a:solidFill>
                  <a:srgbClr val="6EB3D3"/>
                </a:solidFill>
                <a:latin typeface="Arial"/>
                <a:cs typeface="Arial"/>
              </a:rPr>
              <a:t>	</a:t>
            </a:r>
            <a:r>
              <a:rPr sz="900" spc="-50" dirty="0">
                <a:solidFill>
                  <a:srgbClr val="6B6B79"/>
                </a:solidFill>
                <a:latin typeface="Times New Roman"/>
                <a:cs typeface="Times New Roman"/>
              </a:rPr>
              <a:t>!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3724365" y="6757109"/>
            <a:ext cx="1639570" cy="39814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300" spc="55" dirty="0">
                <a:solidFill>
                  <a:srgbClr val="4D4F56"/>
                </a:solidFill>
                <a:latin typeface="Arial"/>
                <a:cs typeface="Arial"/>
              </a:rPr>
              <a:t>Monthly</a:t>
            </a:r>
            <a:r>
              <a:rPr sz="1300" spc="-2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4D4F56"/>
                </a:solidFill>
                <a:latin typeface="Arial"/>
                <a:cs typeface="Arial"/>
              </a:rPr>
              <a:t>Progress</a:t>
            </a:r>
            <a:endParaRPr sz="1300">
              <a:latin typeface="Arial"/>
              <a:cs typeface="Arial"/>
            </a:endParaRPr>
          </a:p>
          <a:p>
            <a:pPr marL="64769">
              <a:lnSpc>
                <a:spcPct val="100000"/>
              </a:lnSpc>
              <a:spcBef>
                <a:spcPts val="180"/>
              </a:spcBef>
            </a:pPr>
            <a:r>
              <a:rPr sz="800" spc="-10" dirty="0">
                <a:solidFill>
                  <a:srgbClr val="BABCBF"/>
                </a:solidFill>
                <a:latin typeface="Arial"/>
                <a:cs typeface="Arial"/>
              </a:rPr>
              <a:t>hos</a:t>
            </a:r>
            <a:r>
              <a:rPr sz="800" spc="-95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BABCBF"/>
                </a:solidFill>
                <a:latin typeface="Arial"/>
                <a:cs typeface="Arial"/>
              </a:rPr>
              <a:t>is</a:t>
            </a:r>
            <a:r>
              <a:rPr sz="800" spc="11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BABCBF"/>
                </a:solidFill>
                <a:latin typeface="Arial"/>
                <a:cs typeface="Arial"/>
              </a:rPr>
              <a:t>:he</a:t>
            </a:r>
            <a:r>
              <a:rPr sz="800" spc="305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00" spc="70" dirty="0">
                <a:solidFill>
                  <a:srgbClr val="CACACD"/>
                </a:solidFill>
                <a:latin typeface="Arial"/>
                <a:cs typeface="Arial"/>
              </a:rPr>
              <a:t>latest</a:t>
            </a:r>
            <a:r>
              <a:rPr sz="800" spc="110" dirty="0">
                <a:solidFill>
                  <a:srgbClr val="CACACD"/>
                </a:solidFill>
                <a:latin typeface="Arial"/>
                <a:cs typeface="Arial"/>
              </a:rPr>
              <a:t> </a:t>
            </a:r>
            <a:r>
              <a:rPr sz="800" spc="125" dirty="0">
                <a:solidFill>
                  <a:srgbClr val="CACACD"/>
                </a:solidFill>
                <a:latin typeface="Arial"/>
                <a:cs typeface="Arial"/>
              </a:rPr>
              <a:t>mpro</a:t>
            </a:r>
            <a:r>
              <a:rPr sz="800" spc="170" dirty="0">
                <a:solidFill>
                  <a:srgbClr val="CACACD"/>
                </a:solidFill>
                <a:latin typeface="Arial"/>
                <a:cs typeface="Arial"/>
              </a:rPr>
              <a:t> </a:t>
            </a:r>
            <a:r>
              <a:rPr sz="800" spc="105" dirty="0">
                <a:solidFill>
                  <a:srgbClr val="BABCBF"/>
                </a:solidFill>
                <a:latin typeface="Arial"/>
                <a:cs typeface="Arial"/>
              </a:rPr>
              <a:t>ement</a:t>
            </a:r>
            <a:endParaRPr sz="800">
              <a:latin typeface="Arial"/>
              <a:cs typeface="Arial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18859275" y="4680014"/>
            <a:ext cx="94615" cy="258445"/>
          </a:xfrm>
          <a:custGeom>
            <a:avLst/>
            <a:gdLst/>
            <a:ahLst/>
            <a:cxnLst/>
            <a:rect l="l" t="t" r="r" b="b"/>
            <a:pathLst>
              <a:path w="94615" h="258445">
                <a:moveTo>
                  <a:pt x="94385" y="257844"/>
                </a:moveTo>
                <a:lnTo>
                  <a:pt x="0" y="257844"/>
                </a:lnTo>
                <a:lnTo>
                  <a:pt x="0" y="0"/>
                </a:lnTo>
                <a:lnTo>
                  <a:pt x="94385" y="0"/>
                </a:lnTo>
                <a:lnTo>
                  <a:pt x="94385" y="257844"/>
                </a:lnTo>
                <a:close/>
              </a:path>
            </a:pathLst>
          </a:custGeom>
          <a:solidFill>
            <a:srgbClr val="0F9A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18783264" y="4107792"/>
            <a:ext cx="575310" cy="8197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48615">
              <a:lnSpc>
                <a:spcPts val="1470"/>
              </a:lnSpc>
              <a:spcBef>
                <a:spcPts val="90"/>
              </a:spcBef>
            </a:pPr>
            <a:r>
              <a:rPr sz="1250" spc="-25" dirty="0">
                <a:solidFill>
                  <a:srgbClr val="4D4F56"/>
                </a:solidFill>
                <a:latin typeface="Arial"/>
                <a:cs typeface="Arial"/>
              </a:rPr>
              <a:t>He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ts val="1530"/>
              </a:lnSpc>
            </a:pPr>
            <a:r>
              <a:rPr sz="1300" spc="55" dirty="0">
                <a:solidFill>
                  <a:srgbClr val="4D4F56"/>
                </a:solidFill>
                <a:latin typeface="Arial"/>
                <a:cs typeface="Arial"/>
              </a:rPr>
              <a:t>knoled</a:t>
            </a: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300">
              <a:latin typeface="Arial"/>
              <a:cs typeface="Arial"/>
            </a:endParaRPr>
          </a:p>
          <a:p>
            <a:pPr marL="75565">
              <a:lnSpc>
                <a:spcPct val="100000"/>
              </a:lnSpc>
              <a:spcBef>
                <a:spcPts val="5"/>
              </a:spcBef>
              <a:tabLst>
                <a:tab pos="333375" algn="l"/>
              </a:tabLst>
            </a:pPr>
            <a:r>
              <a:rPr sz="1450" spc="65" dirty="0">
                <a:solidFill>
                  <a:srgbClr val="D8FDFD"/>
                </a:solidFill>
                <a:latin typeface="Arial"/>
                <a:cs typeface="Arial"/>
              </a:rPr>
              <a:t>+</a:t>
            </a:r>
            <a:r>
              <a:rPr sz="1450" dirty="0">
                <a:solidFill>
                  <a:srgbClr val="D8FDFD"/>
                </a:solidFill>
                <a:latin typeface="Arial"/>
                <a:cs typeface="Arial"/>
              </a:rPr>
              <a:t>	</a:t>
            </a:r>
            <a:r>
              <a:rPr sz="1000" spc="-25" dirty="0">
                <a:solidFill>
                  <a:srgbClr val="97E4FB"/>
                </a:solidFill>
                <a:latin typeface="Arial"/>
                <a:cs typeface="Arial"/>
              </a:rPr>
              <a:t>ere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8316998" y="5206352"/>
            <a:ext cx="1036955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75" dirty="0">
                <a:solidFill>
                  <a:srgbClr val="57AFD8"/>
                </a:solidFill>
                <a:latin typeface="Arial"/>
                <a:cs typeface="Arial"/>
              </a:rPr>
              <a:t>Courses</a:t>
            </a:r>
            <a:r>
              <a:rPr sz="800" spc="-90" dirty="0">
                <a:solidFill>
                  <a:srgbClr val="57AFD8"/>
                </a:solidFill>
                <a:latin typeface="Arial"/>
                <a:cs typeface="Arial"/>
              </a:rPr>
              <a:t> </a:t>
            </a:r>
            <a:r>
              <a:rPr sz="800" spc="50" dirty="0">
                <a:solidFill>
                  <a:srgbClr val="57AFD8"/>
                </a:solidFill>
                <a:latin typeface="Arial"/>
                <a:cs typeface="Arial"/>
              </a:rPr>
              <a:t>In</a:t>
            </a:r>
            <a:r>
              <a:rPr sz="800" dirty="0">
                <a:solidFill>
                  <a:srgbClr val="57AFD8"/>
                </a:solidFill>
                <a:latin typeface="Arial"/>
                <a:cs typeface="Arial"/>
              </a:rPr>
              <a:t> </a:t>
            </a:r>
            <a:r>
              <a:rPr sz="800" spc="50" dirty="0">
                <a:solidFill>
                  <a:srgbClr val="57AFD8"/>
                </a:solidFill>
                <a:latin typeface="Arial"/>
                <a:cs typeface="Arial"/>
              </a:rPr>
              <a:t>Progres</a:t>
            </a:r>
            <a:endParaRPr sz="8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8756791" y="5470163"/>
            <a:ext cx="221615" cy="4038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450" b="1" spc="125" dirty="0">
                <a:solidFill>
                  <a:srgbClr val="3D426B"/>
                </a:solidFill>
                <a:latin typeface="Arial"/>
                <a:cs typeface="Arial"/>
              </a:rPr>
              <a:t>5</a:t>
            </a:r>
            <a:endParaRPr sz="245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7295607" y="6257662"/>
            <a:ext cx="128206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343D4B"/>
                </a:solidFill>
                <a:latin typeface="Arial"/>
                <a:cs typeface="Arial"/>
              </a:rPr>
              <a:t>Best</a:t>
            </a:r>
            <a:r>
              <a:rPr sz="1300" spc="3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1300" spc="55" dirty="0">
                <a:solidFill>
                  <a:srgbClr val="1D2638"/>
                </a:solidFill>
                <a:latin typeface="Arial"/>
                <a:cs typeface="Arial"/>
              </a:rPr>
              <a:t>Instru</a:t>
            </a:r>
            <a:r>
              <a:rPr sz="1300" spc="55" dirty="0">
                <a:solidFill>
                  <a:srgbClr val="4D4F56"/>
                </a:solidFill>
                <a:latin typeface="Arial"/>
                <a:cs typeface="Arial"/>
              </a:rPr>
              <a:t>c</a:t>
            </a:r>
            <a:r>
              <a:rPr sz="1300" spc="55" dirty="0">
                <a:solidFill>
                  <a:srgbClr val="343D4B"/>
                </a:solidFill>
                <a:latin typeface="Arial"/>
                <a:cs typeface="Arial"/>
              </a:rPr>
              <a:t>tor</a:t>
            </a:r>
            <a:r>
              <a:rPr sz="1300" spc="55" dirty="0">
                <a:solidFill>
                  <a:srgbClr val="4D4F56"/>
                </a:solidFill>
                <a:latin typeface="Arial"/>
                <a:cs typeface="Arial"/>
              </a:rPr>
              <a:t>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6714733" y="6879785"/>
            <a:ext cx="17526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80" dirty="0">
                <a:solidFill>
                  <a:srgbClr val="57AFD8"/>
                </a:solidFill>
                <a:latin typeface="Arial"/>
                <a:cs typeface="Arial"/>
              </a:rPr>
              <a:t>mi</a:t>
            </a:r>
            <a:endParaRPr sz="13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7263371" y="6399411"/>
            <a:ext cx="309880" cy="7061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450" spc="-415" dirty="0">
                <a:solidFill>
                  <a:srgbClr val="493628"/>
                </a:solidFill>
                <a:latin typeface="Arial"/>
                <a:cs typeface="Arial"/>
              </a:rPr>
              <a:t>=</a:t>
            </a:r>
            <a:endParaRPr sz="445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7973627" y="6764613"/>
            <a:ext cx="915669" cy="438784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sz="1050" dirty="0">
                <a:solidFill>
                  <a:srgbClr val="4D4F56"/>
                </a:solidFill>
                <a:latin typeface="Arial"/>
                <a:cs typeface="Arial"/>
              </a:rPr>
              <a:t>Nil</a:t>
            </a:r>
            <a:r>
              <a:rPr sz="1050" spc="80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4D4F56"/>
                </a:solidFill>
                <a:latin typeface="Arial"/>
                <a:cs typeface="Arial"/>
              </a:rPr>
              <a:t>Yeager</a:t>
            </a:r>
            <a:endParaRPr sz="1050">
              <a:latin typeface="Arial"/>
              <a:cs typeface="Arial"/>
            </a:endParaRPr>
          </a:p>
          <a:p>
            <a:pPr marL="18415">
              <a:lnSpc>
                <a:spcPct val="100000"/>
              </a:lnSpc>
              <a:spcBef>
                <a:spcPts val="430"/>
              </a:spcBef>
            </a:pPr>
            <a:r>
              <a:rPr sz="850" dirty="0">
                <a:solidFill>
                  <a:srgbClr val="BABCBF"/>
                </a:solidFill>
                <a:latin typeface="Arial"/>
                <a:cs typeface="Arial"/>
              </a:rPr>
              <a:t>5</a:t>
            </a:r>
            <a:r>
              <a:rPr sz="850" spc="-1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00" spc="75" dirty="0">
                <a:solidFill>
                  <a:srgbClr val="BABCBF"/>
                </a:solidFill>
                <a:latin typeface="Arial"/>
                <a:cs typeface="Arial"/>
              </a:rPr>
              <a:t>Design</a:t>
            </a:r>
            <a:r>
              <a:rPr sz="800" spc="-95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50" spc="40" dirty="0">
                <a:solidFill>
                  <a:srgbClr val="BABCBF"/>
                </a:solidFill>
                <a:latin typeface="Arial"/>
                <a:cs typeface="Arial"/>
              </a:rPr>
              <a:t>Course</a:t>
            </a:r>
            <a:endParaRPr sz="85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7555940" y="7045159"/>
            <a:ext cx="64135" cy="158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850" spc="-50" dirty="0">
                <a:solidFill>
                  <a:srgbClr val="797C8A"/>
                </a:solidFill>
                <a:latin typeface="Arial"/>
                <a:cs typeface="Arial"/>
              </a:rPr>
              <a:t>-</a:t>
            </a:r>
            <a:endParaRPr sz="85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13961051" y="7442846"/>
            <a:ext cx="81915" cy="1346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00" dirty="0">
                <a:solidFill>
                  <a:srgbClr val="CACACD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961051" y="7631845"/>
            <a:ext cx="81915" cy="1346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00" dirty="0">
                <a:solidFill>
                  <a:srgbClr val="CACACD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13961051" y="7994094"/>
            <a:ext cx="81280" cy="1346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00" spc="-50" dirty="0">
                <a:solidFill>
                  <a:srgbClr val="CACACD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3961381" y="8190968"/>
            <a:ext cx="76200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-50" dirty="0">
                <a:solidFill>
                  <a:srgbClr val="CACACD"/>
                </a:solidFill>
                <a:latin typeface="Arial"/>
                <a:cs typeface="Arial"/>
              </a:rPr>
              <a:t>0</a:t>
            </a:r>
            <a:endParaRPr sz="65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17502296" y="7632830"/>
            <a:ext cx="1433195" cy="421005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  <a:tabLst>
                <a:tab pos="483234" algn="l"/>
              </a:tabLst>
            </a:pPr>
            <a:r>
              <a:rPr sz="1050" spc="85" dirty="0">
                <a:solidFill>
                  <a:srgbClr val="BF6034"/>
                </a:solidFill>
                <a:latin typeface="Arial"/>
                <a:cs typeface="Arial"/>
              </a:rPr>
              <a:t>�</a:t>
            </a:r>
            <a:r>
              <a:rPr sz="1050" dirty="0">
                <a:solidFill>
                  <a:srgbClr val="BF6034"/>
                </a:solidFill>
                <a:latin typeface="Arial"/>
                <a:cs typeface="Arial"/>
              </a:rPr>
              <a:t>	</a:t>
            </a:r>
            <a:r>
              <a:rPr sz="1050" spc="55" dirty="0">
                <a:solidFill>
                  <a:srgbClr val="4D4F56"/>
                </a:solidFill>
                <a:latin typeface="Arial"/>
                <a:cs typeface="Arial"/>
              </a:rPr>
              <a:t>Theron</a:t>
            </a:r>
            <a:r>
              <a:rPr sz="1050" spc="-90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050" spc="70" dirty="0">
                <a:solidFill>
                  <a:srgbClr val="4D4F56"/>
                </a:solidFill>
                <a:latin typeface="Arial"/>
                <a:cs typeface="Arial"/>
              </a:rPr>
              <a:t>Trump</a:t>
            </a:r>
            <a:endParaRPr sz="1050">
              <a:latin typeface="Arial"/>
              <a:cs typeface="Arial"/>
            </a:endParaRPr>
          </a:p>
          <a:p>
            <a:pPr marL="59690">
              <a:lnSpc>
                <a:spcPct val="100000"/>
              </a:lnSpc>
              <a:spcBef>
                <a:spcPts val="365"/>
              </a:spcBef>
              <a:tabLst>
                <a:tab pos="489584" algn="l"/>
              </a:tabLst>
            </a:pPr>
            <a:r>
              <a:rPr sz="800" spc="225" dirty="0">
                <a:solidFill>
                  <a:srgbClr val="DB5269"/>
                </a:solidFill>
                <a:latin typeface="Arial"/>
                <a:cs typeface="Arial"/>
              </a:rPr>
              <a:t>.,..</a:t>
            </a:r>
            <a:r>
              <a:rPr sz="800" dirty="0">
                <a:solidFill>
                  <a:srgbClr val="DB5269"/>
                </a:solidFill>
                <a:latin typeface="Arial"/>
                <a:cs typeface="Arial"/>
              </a:rPr>
              <a:t>	</a:t>
            </a:r>
            <a:r>
              <a:rPr sz="800" spc="100" dirty="0">
                <a:solidFill>
                  <a:srgbClr val="BABCBF"/>
                </a:solidFill>
                <a:latin typeface="Arial"/>
                <a:cs typeface="Arial"/>
              </a:rPr>
              <a:t>5Design</a:t>
            </a:r>
            <a:r>
              <a:rPr sz="800" spc="-85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50" spc="40" dirty="0">
                <a:solidFill>
                  <a:srgbClr val="BABCBF"/>
                </a:solidFill>
                <a:latin typeface="Arial"/>
                <a:cs typeface="Arial"/>
              </a:rPr>
              <a:t>Course</a:t>
            </a:r>
            <a:endParaRPr sz="85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4095735" y="8360280"/>
            <a:ext cx="198755" cy="14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spc="-25" dirty="0">
                <a:solidFill>
                  <a:srgbClr val="CACACD"/>
                </a:solidFill>
                <a:latin typeface="Arial"/>
                <a:cs typeface="Arial"/>
              </a:rPr>
              <a:t>Jan</a:t>
            </a:r>
            <a:endParaRPr sz="8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14667021" y="8352406"/>
            <a:ext cx="90170" cy="158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850" i="1" spc="-50" dirty="0">
                <a:solidFill>
                  <a:srgbClr val="CACACD"/>
                </a:solidFill>
                <a:latin typeface="Arial"/>
                <a:cs typeface="Arial"/>
              </a:rPr>
              <a:t>e</a:t>
            </a:r>
            <a:endParaRPr sz="850">
              <a:latin typeface="Arial"/>
              <a:cs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15125763" y="8360280"/>
            <a:ext cx="140335" cy="14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spc="-25" dirty="0">
                <a:solidFill>
                  <a:srgbClr val="CACACD"/>
                </a:solidFill>
                <a:latin typeface="Arial"/>
                <a:cs typeface="Arial"/>
              </a:rPr>
              <a:t>11</a:t>
            </a:r>
            <a:endParaRPr sz="8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5735083" y="8336656"/>
            <a:ext cx="116839" cy="1771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000" spc="-40" dirty="0">
                <a:solidFill>
                  <a:srgbClr val="CACACD"/>
                </a:solidFill>
                <a:latin typeface="Times New Roman"/>
                <a:cs typeface="Times New Roman"/>
              </a:rPr>
              <a:t>pr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6257153" y="8336656"/>
            <a:ext cx="84455" cy="1771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000" spc="-50" dirty="0">
                <a:solidFill>
                  <a:srgbClr val="CACACD"/>
                </a:solidFill>
                <a:latin typeface="Times New Roman"/>
                <a:cs typeface="Times New Roman"/>
              </a:rPr>
              <a:t>a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10773900" y="10250275"/>
            <a:ext cx="13493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4D4F56"/>
                </a:solidFill>
                <a:latin typeface="Arial"/>
                <a:cs typeface="Arial"/>
              </a:rPr>
              <a:t>ool</a:t>
            </a:r>
            <a:r>
              <a:rPr sz="1300" spc="10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300" spc="45" dirty="0">
                <a:solidFill>
                  <a:srgbClr val="4D4F56"/>
                </a:solidFill>
                <a:latin typeface="Arial"/>
                <a:cs typeface="Arial"/>
              </a:rPr>
              <a:t>Performance</a:t>
            </a:r>
            <a:endParaRPr sz="13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5585070" y="10250275"/>
            <a:ext cx="1980564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dirty="0">
                <a:solidFill>
                  <a:srgbClr val="4D4F56"/>
                </a:solidFill>
                <a:latin typeface="Arial"/>
                <a:cs typeface="Arial"/>
              </a:rPr>
              <a:t>Overall</a:t>
            </a:r>
            <a:r>
              <a:rPr sz="1300" spc="110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4D4F56"/>
                </a:solidFill>
                <a:latin typeface="Arial"/>
                <a:cs typeface="Arial"/>
              </a:rPr>
              <a:t>Pass</a:t>
            </a:r>
            <a:r>
              <a:rPr sz="1300" spc="15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300" spc="45" dirty="0">
                <a:solidFill>
                  <a:srgbClr val="4D4F56"/>
                </a:solidFill>
                <a:latin typeface="Arial"/>
                <a:cs typeface="Arial"/>
              </a:rPr>
              <a:t>Percentage</a:t>
            </a:r>
            <a:endParaRPr sz="13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7525434" y="8265781"/>
            <a:ext cx="1362075" cy="6623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ts val="4050"/>
              </a:lnSpc>
              <a:spcBef>
                <a:spcPts val="120"/>
              </a:spcBef>
              <a:tabLst>
                <a:tab pos="459740" algn="l"/>
              </a:tabLst>
            </a:pPr>
            <a:r>
              <a:rPr sz="1050" u="sng" spc="-290" dirty="0">
                <a:solidFill>
                  <a:srgbClr val="4D4F56"/>
                </a:solidFill>
                <a:uFill>
                  <a:solidFill>
                    <a:srgbClr val="663D1C"/>
                  </a:solidFill>
                </a:uFill>
                <a:latin typeface="Arial"/>
                <a:cs typeface="Arial"/>
              </a:rPr>
              <a:t> </a:t>
            </a:r>
            <a:r>
              <a:rPr sz="3450" b="1" u="none" spc="-620" dirty="0">
                <a:solidFill>
                  <a:srgbClr val="663D1C"/>
                </a:solidFill>
                <a:latin typeface="Arial"/>
                <a:cs typeface="Arial"/>
              </a:rPr>
              <a:t>LI</a:t>
            </a:r>
            <a:r>
              <a:rPr sz="3450" b="1" u="none" dirty="0">
                <a:solidFill>
                  <a:srgbClr val="663D1C"/>
                </a:solidFill>
                <a:latin typeface="Arial"/>
                <a:cs typeface="Arial"/>
              </a:rPr>
              <a:t>	</a:t>
            </a:r>
            <a:r>
              <a:rPr sz="1050" u="none" spc="75" dirty="0">
                <a:solidFill>
                  <a:srgbClr val="4D4F56"/>
                </a:solidFill>
                <a:latin typeface="Arial"/>
                <a:cs typeface="Arial"/>
              </a:rPr>
              <a:t>TylerMark</a:t>
            </a:r>
            <a:endParaRPr sz="1050">
              <a:latin typeface="Arial"/>
              <a:cs typeface="Arial"/>
            </a:endParaRPr>
          </a:p>
          <a:p>
            <a:pPr marL="466725">
              <a:lnSpc>
                <a:spcPts val="930"/>
              </a:lnSpc>
            </a:pPr>
            <a:r>
              <a:rPr sz="850" spc="60" dirty="0">
                <a:solidFill>
                  <a:srgbClr val="BABCBF"/>
                </a:solidFill>
                <a:latin typeface="Arial"/>
                <a:cs typeface="Arial"/>
              </a:rPr>
              <a:t>5</a:t>
            </a:r>
            <a:r>
              <a:rPr sz="850" spc="1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00" spc="50" dirty="0">
                <a:solidFill>
                  <a:srgbClr val="BABCBF"/>
                </a:solidFill>
                <a:latin typeface="Arial"/>
                <a:cs typeface="Arial"/>
              </a:rPr>
              <a:t>O..slgn</a:t>
            </a:r>
            <a:r>
              <a:rPr sz="800" spc="-7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50" dirty="0">
                <a:solidFill>
                  <a:srgbClr val="BABCBF"/>
                </a:solidFill>
                <a:latin typeface="Arial"/>
                <a:cs typeface="Arial"/>
              </a:rPr>
              <a:t>&lt;-</a:t>
            </a:r>
            <a:r>
              <a:rPr sz="850" spc="-10" dirty="0">
                <a:solidFill>
                  <a:srgbClr val="BABCBF"/>
                </a:solidFill>
                <a:latin typeface="Arial"/>
                <a:cs typeface="Arial"/>
              </a:rPr>
              <a:t>curse</a:t>
            </a:r>
            <a:endParaRPr sz="85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7550018" y="9314138"/>
            <a:ext cx="147955" cy="45656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15"/>
              </a:spcBef>
            </a:pPr>
            <a:r>
              <a:rPr sz="1050" spc="-35" dirty="0">
                <a:solidFill>
                  <a:srgbClr val="93462F"/>
                </a:solidFill>
                <a:latin typeface="Arial"/>
                <a:cs typeface="Arial"/>
              </a:rPr>
              <a:t>�</a:t>
            </a:r>
            <a:endParaRPr sz="1050">
              <a:latin typeface="Arial"/>
              <a:cs typeface="Arial"/>
            </a:endParaRPr>
          </a:p>
          <a:p>
            <a:pPr marL="75565">
              <a:lnSpc>
                <a:spcPct val="100000"/>
              </a:lnSpc>
              <a:spcBef>
                <a:spcPts val="490"/>
              </a:spcBef>
            </a:pPr>
            <a:r>
              <a:rPr sz="850" spc="-50" dirty="0">
                <a:solidFill>
                  <a:srgbClr val="827E34"/>
                </a:solidFill>
                <a:latin typeface="Arial"/>
                <a:cs typeface="Arial"/>
              </a:rPr>
              <a:t>v</a:t>
            </a:r>
            <a:endParaRPr sz="85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7973468" y="9314138"/>
            <a:ext cx="916305" cy="456565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19050">
              <a:lnSpc>
                <a:spcPct val="100000"/>
              </a:lnSpc>
              <a:spcBef>
                <a:spcPts val="715"/>
              </a:spcBef>
            </a:pPr>
            <a:r>
              <a:rPr sz="1050" spc="75" dirty="0">
                <a:solidFill>
                  <a:srgbClr val="4D4F56"/>
                </a:solidFill>
                <a:latin typeface="Arial"/>
                <a:cs typeface="Arial"/>
              </a:rPr>
              <a:t>Johan</a:t>
            </a:r>
            <a:r>
              <a:rPr sz="1050" spc="-14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050" b="1" spc="-20" dirty="0">
                <a:solidFill>
                  <a:srgbClr val="343D4B"/>
                </a:solidFill>
                <a:latin typeface="Arial"/>
                <a:cs typeface="Arial"/>
              </a:rPr>
              <a:t>Mark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90"/>
              </a:spcBef>
            </a:pPr>
            <a:r>
              <a:rPr sz="750" spc="-120" dirty="0">
                <a:solidFill>
                  <a:srgbClr val="BABCBF"/>
                </a:solidFill>
                <a:latin typeface="Arial"/>
                <a:cs typeface="Arial"/>
              </a:rPr>
              <a:t>1&gt;</a:t>
            </a:r>
            <a:r>
              <a:rPr sz="750" spc="-4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00" spc="100" dirty="0">
                <a:solidFill>
                  <a:srgbClr val="BABCBF"/>
                </a:solidFill>
                <a:latin typeface="Arial"/>
                <a:cs typeface="Arial"/>
              </a:rPr>
              <a:t>Ov.lgn</a:t>
            </a:r>
            <a:r>
              <a:rPr sz="800" spc="-100" dirty="0">
                <a:solidFill>
                  <a:srgbClr val="BABCBF"/>
                </a:solidFill>
                <a:latin typeface="Arial"/>
                <a:cs typeface="Arial"/>
              </a:rPr>
              <a:t> </a:t>
            </a:r>
            <a:r>
              <a:rPr sz="850" spc="70" dirty="0">
                <a:solidFill>
                  <a:srgbClr val="BABCBF"/>
                </a:solidFill>
                <a:latin typeface="Arial"/>
                <a:cs typeface="Arial"/>
              </a:rPr>
              <a:t>course</a:t>
            </a:r>
            <a:endParaRPr sz="85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8384834" y="10258151"/>
            <a:ext cx="9683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70" dirty="0">
                <a:solidFill>
                  <a:srgbClr val="4D4F56"/>
                </a:solidFill>
                <a:latin typeface="Arial"/>
                <a:cs typeface="Arial"/>
              </a:rPr>
              <a:t>Content</a:t>
            </a:r>
            <a:r>
              <a:rPr sz="1300" spc="-5" dirty="0">
                <a:solidFill>
                  <a:srgbClr val="4D4F56"/>
                </a:solidFill>
                <a:latin typeface="Arial"/>
                <a:cs typeface="Arial"/>
              </a:rPr>
              <a:t> </a:t>
            </a:r>
            <a:r>
              <a:rPr sz="1300" spc="-105" dirty="0">
                <a:solidFill>
                  <a:srgbClr val="4D4F56"/>
                </a:solidFill>
                <a:latin typeface="Arial"/>
                <a:cs typeface="Arial"/>
              </a:rPr>
              <a:t>Us&lt;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1850" y="3629216"/>
            <a:ext cx="1431509" cy="143324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1850" y="5944207"/>
            <a:ext cx="1431509" cy="143324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1850" y="8414027"/>
            <a:ext cx="1431509" cy="1433246"/>
          </a:xfrm>
          <a:prstGeom prst="rect">
            <a:avLst/>
          </a:prstGeom>
        </p:spPr>
      </p:pic>
      <p:sp>
        <p:nvSpPr>
          <p:cNvPr id="40" name="object 40"/>
          <p:cNvSpPr txBox="1"/>
          <p:nvPr/>
        </p:nvSpPr>
        <p:spPr>
          <a:xfrm>
            <a:off x="3352137" y="1208005"/>
            <a:ext cx="76200" cy="2901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700" spc="-50" dirty="0">
                <a:solidFill>
                  <a:srgbClr val="0E44F6"/>
                </a:solidFill>
                <a:latin typeface="Times New Roman"/>
                <a:cs typeface="Times New Roman"/>
              </a:rPr>
              <a:t>;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1" name="object 41" descr="$PPTXTitle"/>
          <p:cNvSpPr txBox="1">
            <a:spLocks noGrp="1"/>
          </p:cNvSpPr>
          <p:nvPr>
            <p:ph type="title"/>
          </p:nvPr>
        </p:nvSpPr>
        <p:spPr>
          <a:xfrm>
            <a:off x="7150733" y="594086"/>
            <a:ext cx="5802633" cy="2507738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5"/>
              </a:spcBef>
            </a:pPr>
            <a:r>
              <a:rPr sz="5400" spc="275" dirty="0"/>
              <a:t>EREDM</a:t>
            </a:r>
            <a:r>
              <a:rPr lang="hu-HU" sz="5400" spc="275" dirty="0"/>
              <a:t>É</a:t>
            </a:r>
            <a:r>
              <a:rPr sz="5400" spc="275" dirty="0"/>
              <a:t>NYEK</a:t>
            </a:r>
            <a:br>
              <a:rPr lang="hu-HU" sz="5400" spc="275" dirty="0"/>
            </a:br>
            <a:r>
              <a:rPr lang="hu-HU" sz="5400" spc="275" dirty="0"/>
              <a:t>&amp; DOLGOZATOK</a:t>
            </a:r>
            <a:endParaRPr sz="5400" b="0" spc="-780" dirty="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2906809" y="3676942"/>
            <a:ext cx="16422272" cy="17290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7620">
              <a:lnSpc>
                <a:spcPct val="134100"/>
              </a:lnSpc>
              <a:spcBef>
                <a:spcPts val="100"/>
              </a:spcBef>
            </a:pPr>
            <a:r>
              <a:rPr sz="4400" b="1" spc="50" dirty="0" err="1">
                <a:solidFill>
                  <a:srgbClr val="363D4B"/>
                </a:solidFill>
                <a:latin typeface="Arial"/>
                <a:cs typeface="Arial"/>
              </a:rPr>
              <a:t>Sz</a:t>
            </a:r>
            <a:r>
              <a:rPr lang="hu-HU" sz="4400" b="1" spc="50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spc="50" dirty="0" err="1">
                <a:solidFill>
                  <a:srgbClr val="363D4B"/>
                </a:solidFill>
                <a:latin typeface="Arial"/>
                <a:cs typeface="Arial"/>
              </a:rPr>
              <a:t>mjegy</a:t>
            </a:r>
            <a:r>
              <a:rPr lang="hu-HU" sz="4400" b="1" spc="50" dirty="0">
                <a:solidFill>
                  <a:srgbClr val="363D4B"/>
                </a:solidFill>
                <a:latin typeface="Arial"/>
                <a:cs typeface="Arial"/>
              </a:rPr>
              <a:t>ű</a:t>
            </a:r>
            <a:r>
              <a:rPr sz="4400" b="1" spc="315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oktat</a:t>
            </a:r>
            <a:r>
              <a:rPr lang="hu-HU" sz="4400" b="1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si</a:t>
            </a:r>
            <a:r>
              <a:rPr sz="4400" b="1" spc="31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spc="-10" dirty="0" err="1">
                <a:solidFill>
                  <a:srgbClr val="363D4B"/>
                </a:solidFill>
                <a:latin typeface="Arial"/>
                <a:cs typeface="Arial"/>
              </a:rPr>
              <a:t>azonosit</a:t>
            </a:r>
            <a:r>
              <a:rPr lang="hu-HU" sz="4400" b="1" spc="-10" dirty="0">
                <a:solidFill>
                  <a:srgbClr val="363D4B"/>
                </a:solidFill>
                <a:latin typeface="Arial"/>
                <a:cs typeface="Arial"/>
              </a:rPr>
              <a:t>ó</a:t>
            </a:r>
            <a:r>
              <a:rPr sz="4400" b="1" spc="-1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alapj</a:t>
            </a:r>
            <a:r>
              <a:rPr lang="hu-HU" sz="4400" b="1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dirty="0">
                <a:solidFill>
                  <a:srgbClr val="363D4B"/>
                </a:solidFill>
                <a:latin typeface="Arial"/>
                <a:cs typeface="Arial"/>
              </a:rPr>
              <a:t>n</a:t>
            </a:r>
            <a:r>
              <a:rPr sz="4400" b="1" spc="225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spc="75" dirty="0">
                <a:solidFill>
                  <a:srgbClr val="363D4B"/>
                </a:solidFill>
                <a:latin typeface="Arial"/>
                <a:cs typeface="Arial"/>
              </a:rPr>
              <a:t>t</a:t>
            </a:r>
            <a:r>
              <a:rPr lang="hu-HU" sz="4400" b="1" spc="75" dirty="0">
                <a:solidFill>
                  <a:srgbClr val="363D4B"/>
                </a:solidFill>
                <a:latin typeface="Arial"/>
                <a:cs typeface="Arial"/>
              </a:rPr>
              <a:t>ö</a:t>
            </a:r>
            <a:r>
              <a:rPr sz="4400" b="1" spc="75" dirty="0">
                <a:solidFill>
                  <a:srgbClr val="363D4B"/>
                </a:solidFill>
                <a:latin typeface="Arial"/>
                <a:cs typeface="Arial"/>
              </a:rPr>
              <a:t>rt</a:t>
            </a:r>
            <a:r>
              <a:rPr lang="hu-HU" sz="4400" b="1" spc="75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75" dirty="0">
                <a:solidFill>
                  <a:srgbClr val="363D4B"/>
                </a:solidFill>
                <a:latin typeface="Arial"/>
                <a:cs typeface="Arial"/>
              </a:rPr>
              <a:t>n</a:t>
            </a:r>
            <a:r>
              <a:rPr lang="hu-HU" sz="4400" b="1" spc="75" dirty="0">
                <a:solidFill>
                  <a:srgbClr val="363D4B"/>
                </a:solidFill>
                <a:latin typeface="Arial"/>
                <a:cs typeface="Arial"/>
              </a:rPr>
              <a:t>ő</a:t>
            </a:r>
            <a:r>
              <a:rPr sz="4400" b="1" spc="17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gyors</a:t>
            </a:r>
            <a:r>
              <a:rPr sz="4400" b="1" spc="19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spc="65" dirty="0" err="1">
                <a:solidFill>
                  <a:srgbClr val="363D4B"/>
                </a:solidFill>
                <a:latin typeface="Arial"/>
                <a:cs typeface="Arial"/>
              </a:rPr>
              <a:t>lek</a:t>
            </a:r>
            <a:r>
              <a:rPr lang="hu-HU" sz="4400" b="1" spc="65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65" dirty="0" err="1">
                <a:solidFill>
                  <a:srgbClr val="363D4B"/>
                </a:solidFill>
                <a:latin typeface="Arial"/>
                <a:cs typeface="Arial"/>
              </a:rPr>
              <a:t>rdez</a:t>
            </a:r>
            <a:r>
              <a:rPr lang="hu-HU" sz="4400" b="1" spc="65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65" dirty="0">
                <a:solidFill>
                  <a:srgbClr val="363D4B"/>
                </a:solidFill>
                <a:latin typeface="Arial"/>
                <a:cs typeface="Arial"/>
              </a:rPr>
              <a:t>s.</a:t>
            </a:r>
            <a:endParaRPr sz="4400" dirty="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2854090" y="8289811"/>
            <a:ext cx="16010217" cy="16816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445">
              <a:lnSpc>
                <a:spcPct val="129700"/>
              </a:lnSpc>
              <a:spcBef>
                <a:spcPts val="100"/>
              </a:spcBef>
              <a:tabLst>
                <a:tab pos="1920239" algn="l"/>
                <a:tab pos="2007870" algn="l"/>
              </a:tabLst>
            </a:pPr>
            <a:r>
              <a:rPr sz="4400" b="1" spc="-10" dirty="0" err="1">
                <a:solidFill>
                  <a:srgbClr val="363D4B"/>
                </a:solidFill>
                <a:latin typeface="Arial"/>
                <a:cs typeface="Arial"/>
              </a:rPr>
              <a:t>Automatikus</a:t>
            </a:r>
            <a:r>
              <a:rPr lang="hu-HU" sz="4400" b="1" spc="-1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spc="45" dirty="0" err="1">
                <a:solidFill>
                  <a:srgbClr val="363D4B"/>
                </a:solidFill>
                <a:latin typeface="Arial"/>
                <a:cs typeface="Arial"/>
              </a:rPr>
              <a:t>sz</a:t>
            </a:r>
            <a:r>
              <a:rPr lang="hu-HU" sz="4400" b="1" spc="45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spc="45" dirty="0" err="1">
                <a:solidFill>
                  <a:srgbClr val="363D4B"/>
                </a:solidFill>
                <a:latin typeface="Arial"/>
                <a:cs typeface="Arial"/>
              </a:rPr>
              <a:t>zal</a:t>
            </a:r>
            <a:r>
              <a:rPr lang="hu-HU" sz="4400" b="1" spc="45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45" dirty="0" err="1">
                <a:solidFill>
                  <a:srgbClr val="363D4B"/>
                </a:solidFill>
                <a:latin typeface="Arial"/>
                <a:cs typeface="Arial"/>
              </a:rPr>
              <a:t>ksz</a:t>
            </a:r>
            <a:r>
              <a:rPr lang="hu-HU" sz="4400" b="1" spc="45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spc="45" dirty="0">
                <a:solidFill>
                  <a:srgbClr val="363D4B"/>
                </a:solidFill>
                <a:latin typeface="Arial"/>
                <a:cs typeface="Arial"/>
              </a:rPr>
              <a:t>m</a:t>
            </a:r>
            <a:r>
              <a:rPr lang="hu-HU" sz="4400" b="1" spc="45" dirty="0">
                <a:solidFill>
                  <a:srgbClr val="363D4B"/>
                </a:solidFill>
                <a:latin typeface="Arial"/>
                <a:cs typeface="Arial"/>
              </a:rPr>
              <a:t>í</a:t>
            </a:r>
            <a:r>
              <a:rPr sz="4400" b="1" spc="45" dirty="0">
                <a:solidFill>
                  <a:srgbClr val="363D4B"/>
                </a:solidFill>
                <a:latin typeface="Arial"/>
                <a:cs typeface="Arial"/>
              </a:rPr>
              <a:t>t</a:t>
            </a:r>
            <a:r>
              <a:rPr lang="hu-HU" sz="4400" b="1" spc="45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spc="45" dirty="0">
                <a:solidFill>
                  <a:srgbClr val="363D4B"/>
                </a:solidFill>
                <a:latin typeface="Arial"/>
                <a:cs typeface="Arial"/>
              </a:rPr>
              <a:t>s </a:t>
            </a:r>
            <a:r>
              <a:rPr sz="4400" b="1" spc="-10" dirty="0">
                <a:solidFill>
                  <a:srgbClr val="363D4B"/>
                </a:solidFill>
                <a:latin typeface="Arial"/>
                <a:cs typeface="Arial"/>
              </a:rPr>
              <a:t>t</a:t>
            </a:r>
            <a:r>
              <a:rPr lang="hu-HU" sz="4400" b="1" spc="-10" dirty="0">
                <a:solidFill>
                  <a:srgbClr val="363D4B"/>
                </a:solidFill>
                <a:latin typeface="Arial"/>
                <a:cs typeface="Arial"/>
              </a:rPr>
              <a:t>á</a:t>
            </a:r>
            <a:r>
              <a:rPr sz="4400" b="1" spc="-10" dirty="0" err="1">
                <a:solidFill>
                  <a:srgbClr val="363D4B"/>
                </a:solidFill>
                <a:latin typeface="Arial"/>
                <a:cs typeface="Arial"/>
              </a:rPr>
              <a:t>rgyank</a:t>
            </a:r>
            <a:r>
              <a:rPr lang="hu-HU" sz="4400" b="1" spc="-10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-10" dirty="0" err="1">
                <a:solidFill>
                  <a:srgbClr val="363D4B"/>
                </a:solidFill>
                <a:latin typeface="Arial"/>
                <a:cs typeface="Arial"/>
              </a:rPr>
              <a:t>nt</a:t>
            </a:r>
            <a:r>
              <a:rPr sz="4400" b="1" dirty="0">
                <a:solidFill>
                  <a:srgbClr val="363D4B"/>
                </a:solidFill>
                <a:latin typeface="Arial"/>
                <a:cs typeface="Arial"/>
              </a:rPr>
              <a:t>(Magyar,</a:t>
            </a:r>
            <a:r>
              <a:rPr sz="4400" b="1" spc="459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spc="65" dirty="0">
                <a:solidFill>
                  <a:srgbClr val="363D4B"/>
                </a:solidFill>
                <a:latin typeface="Arial"/>
                <a:cs typeface="Arial"/>
              </a:rPr>
              <a:t>Matek).</a:t>
            </a:r>
            <a:endParaRPr sz="4400" dirty="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2889250" y="5654675"/>
            <a:ext cx="16457390" cy="17290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1430">
              <a:lnSpc>
                <a:spcPct val="134100"/>
              </a:lnSpc>
              <a:spcBef>
                <a:spcPts val="100"/>
              </a:spcBef>
              <a:tabLst>
                <a:tab pos="2162175" algn="l"/>
              </a:tabLst>
            </a:pPr>
            <a:r>
              <a:rPr sz="4400" b="1" dirty="0">
                <a:solidFill>
                  <a:srgbClr val="363D4B"/>
                </a:solidFill>
                <a:latin typeface="Arial"/>
                <a:cs typeface="Arial"/>
              </a:rPr>
              <a:t>A</a:t>
            </a:r>
            <a:r>
              <a:rPr sz="4400" b="1" spc="33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jav</a:t>
            </a:r>
            <a:r>
              <a:rPr lang="hu-HU" sz="4400" b="1" dirty="0">
                <a:solidFill>
                  <a:srgbClr val="363D4B"/>
                </a:solidFill>
                <a:latin typeface="Arial"/>
                <a:cs typeface="Arial"/>
              </a:rPr>
              <a:t>í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tott</a:t>
            </a:r>
            <a:r>
              <a:rPr sz="4400" b="1" spc="37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dolgozatok</a:t>
            </a:r>
            <a:r>
              <a:rPr sz="4400" b="1" spc="425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>
                <a:solidFill>
                  <a:srgbClr val="363D4B"/>
                </a:solidFill>
                <a:latin typeface="Arial"/>
                <a:cs typeface="Arial"/>
              </a:rPr>
              <a:t>felt</a:t>
            </a:r>
            <a:r>
              <a:rPr lang="hu-HU" sz="4400" b="1" dirty="0">
                <a:solidFill>
                  <a:srgbClr val="363D4B"/>
                </a:solidFill>
                <a:latin typeface="Arial"/>
                <a:cs typeface="Arial"/>
              </a:rPr>
              <a:t>ö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lt</a:t>
            </a:r>
            <a:r>
              <a:rPr lang="hu-HU" sz="4400" b="1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dirty="0">
                <a:solidFill>
                  <a:srgbClr val="363D4B"/>
                </a:solidFill>
                <a:latin typeface="Arial"/>
                <a:cs typeface="Arial"/>
              </a:rPr>
              <a:t>se</a:t>
            </a:r>
            <a:r>
              <a:rPr lang="hu-HU" sz="4400" b="1" spc="39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lang="hu-HU" sz="4400" b="1" spc="60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60" dirty="0">
                <a:solidFill>
                  <a:srgbClr val="363D4B"/>
                </a:solidFill>
                <a:latin typeface="Arial"/>
                <a:cs typeface="Arial"/>
              </a:rPr>
              <a:t>s </a:t>
            </a:r>
            <a:r>
              <a:rPr sz="4400" b="1" spc="40" dirty="0">
                <a:solidFill>
                  <a:srgbClr val="363D4B"/>
                </a:solidFill>
                <a:latin typeface="Arial"/>
                <a:cs typeface="Arial"/>
              </a:rPr>
              <a:t>b</a:t>
            </a:r>
            <a:r>
              <a:rPr lang="hu-HU" sz="4400" b="1" spc="40" dirty="0">
                <a:solidFill>
                  <a:srgbClr val="363D4B"/>
                </a:solidFill>
                <a:latin typeface="Arial"/>
                <a:cs typeface="Arial"/>
              </a:rPr>
              <a:t>ö</a:t>
            </a:r>
            <a:r>
              <a:rPr sz="4400" b="1" spc="40" dirty="0">
                <a:solidFill>
                  <a:srgbClr val="363D4B"/>
                </a:solidFill>
                <a:latin typeface="Arial"/>
                <a:cs typeface="Arial"/>
              </a:rPr>
              <a:t>ng</a:t>
            </a:r>
            <a:r>
              <a:rPr lang="hu-HU" sz="4400" b="1" spc="40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40" dirty="0" err="1">
                <a:solidFill>
                  <a:srgbClr val="363D4B"/>
                </a:solidFill>
                <a:latin typeface="Arial"/>
                <a:cs typeface="Arial"/>
              </a:rPr>
              <a:t>sz</a:t>
            </a:r>
            <a:r>
              <a:rPr lang="hu-HU" sz="4400" b="1" spc="40" dirty="0">
                <a:solidFill>
                  <a:srgbClr val="363D4B"/>
                </a:solidFill>
                <a:latin typeface="Arial"/>
                <a:cs typeface="Arial"/>
              </a:rPr>
              <a:t>ő</a:t>
            </a:r>
            <a:r>
              <a:rPr sz="4400" b="1" spc="40" dirty="0">
                <a:solidFill>
                  <a:srgbClr val="363D4B"/>
                </a:solidFill>
                <a:latin typeface="Arial"/>
                <a:cs typeface="Arial"/>
              </a:rPr>
              <a:t>ben</a:t>
            </a:r>
            <a:r>
              <a:rPr lang="hu-HU" sz="4400" b="1" spc="40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dirty="0" err="1">
                <a:solidFill>
                  <a:srgbClr val="363D4B"/>
                </a:solidFill>
                <a:latin typeface="Arial"/>
                <a:cs typeface="Arial"/>
              </a:rPr>
              <a:t>val</a:t>
            </a:r>
            <a:r>
              <a:rPr lang="hu-HU" sz="4400" b="1" dirty="0">
                <a:solidFill>
                  <a:srgbClr val="363D4B"/>
                </a:solidFill>
                <a:latin typeface="Arial"/>
                <a:cs typeface="Arial"/>
              </a:rPr>
              <a:t>ó</a:t>
            </a:r>
            <a:r>
              <a:rPr sz="4400" b="1" spc="204" dirty="0">
                <a:solidFill>
                  <a:srgbClr val="363D4B"/>
                </a:solidFill>
                <a:latin typeface="Arial"/>
                <a:cs typeface="Arial"/>
              </a:rPr>
              <a:t> </a:t>
            </a:r>
            <a:r>
              <a:rPr sz="4400" b="1" spc="45" dirty="0" err="1">
                <a:solidFill>
                  <a:srgbClr val="363D4B"/>
                </a:solidFill>
                <a:latin typeface="Arial"/>
                <a:cs typeface="Arial"/>
              </a:rPr>
              <a:t>megtekint</a:t>
            </a:r>
            <a:r>
              <a:rPr lang="hu-HU" sz="4400" b="1" spc="45" dirty="0">
                <a:solidFill>
                  <a:srgbClr val="363D4B"/>
                </a:solidFill>
                <a:latin typeface="Arial"/>
                <a:cs typeface="Arial"/>
              </a:rPr>
              <a:t>é</a:t>
            </a:r>
            <a:r>
              <a:rPr sz="4400" b="1" spc="45" dirty="0">
                <a:solidFill>
                  <a:srgbClr val="363D4B"/>
                </a:solidFill>
                <a:latin typeface="Arial"/>
                <a:cs typeface="Arial"/>
              </a:rPr>
              <a:t>se.</a:t>
            </a:r>
            <a:endParaRPr sz="4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93462" y="2149475"/>
            <a:ext cx="8589052" cy="877272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0492485" y="8669856"/>
            <a:ext cx="0" cy="2252345"/>
          </a:xfrm>
          <a:custGeom>
            <a:avLst/>
            <a:gdLst/>
            <a:ahLst/>
            <a:cxnLst/>
            <a:rect l="l" t="t" r="r" b="b"/>
            <a:pathLst>
              <a:path h="2252345">
                <a:moveTo>
                  <a:pt x="0" y="2252244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0492485" y="5269778"/>
            <a:ext cx="0" cy="2961005"/>
          </a:xfrm>
          <a:custGeom>
            <a:avLst/>
            <a:gdLst/>
            <a:ahLst/>
            <a:cxnLst/>
            <a:rect l="l" t="t" r="r" b="b"/>
            <a:pathLst>
              <a:path h="2961004">
                <a:moveTo>
                  <a:pt x="0" y="2960992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0492485" y="1997075"/>
            <a:ext cx="0" cy="2961005"/>
          </a:xfrm>
          <a:custGeom>
            <a:avLst/>
            <a:gdLst/>
            <a:ahLst/>
            <a:cxnLst/>
            <a:rect l="l" t="t" r="r" b="b"/>
            <a:pathLst>
              <a:path h="2961004">
                <a:moveTo>
                  <a:pt x="0" y="2960992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211276" y="2149475"/>
            <a:ext cx="8353425" cy="0"/>
          </a:xfrm>
          <a:custGeom>
            <a:avLst/>
            <a:gdLst/>
            <a:ahLst/>
            <a:cxnLst/>
            <a:rect l="l" t="t" r="r" b="b"/>
            <a:pathLst>
              <a:path w="8353425">
                <a:moveTo>
                  <a:pt x="0" y="0"/>
                </a:moveTo>
                <a:lnTo>
                  <a:pt x="8353087" y="0"/>
                </a:lnTo>
              </a:path>
            </a:pathLst>
          </a:custGeom>
          <a:ln w="157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1042650" y="2349177"/>
            <a:ext cx="6769100" cy="175868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b="1" spc="-10" dirty="0">
                <a:solidFill>
                  <a:srgbClr val="1C2638"/>
                </a:solidFill>
                <a:latin typeface="Arial"/>
                <a:cs typeface="Arial"/>
              </a:rPr>
              <a:t>Backend</a:t>
            </a:r>
            <a:endParaRPr sz="2800" dirty="0">
              <a:latin typeface="Arial"/>
              <a:cs typeface="Arial"/>
            </a:endParaRPr>
          </a:p>
          <a:p>
            <a:pPr marL="16510" marR="5080" indent="4445">
              <a:lnSpc>
                <a:spcPct val="124000"/>
              </a:lnSpc>
              <a:spcBef>
                <a:spcPts val="2255"/>
              </a:spcBef>
            </a:pP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PHP</a:t>
            </a:r>
            <a:r>
              <a:rPr sz="2800" spc="-2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7.4+</a:t>
            </a:r>
            <a:r>
              <a:rPr sz="2800" spc="14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60" dirty="0">
                <a:solidFill>
                  <a:srgbClr val="343D4D"/>
                </a:solidFill>
                <a:latin typeface="Arial"/>
                <a:cs typeface="Arial"/>
              </a:rPr>
              <a:t>szerveroldali</a:t>
            </a:r>
            <a:r>
              <a:rPr sz="2800" spc="22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45" dirty="0">
                <a:solidFill>
                  <a:srgbClr val="343D4D"/>
                </a:solidFill>
                <a:latin typeface="Arial"/>
                <a:cs typeface="Arial"/>
              </a:rPr>
              <a:t>logika,</a:t>
            </a:r>
            <a:r>
              <a:rPr sz="2800" spc="10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20" dirty="0">
                <a:solidFill>
                  <a:srgbClr val="343D4D"/>
                </a:solidFill>
                <a:latin typeface="Arial"/>
                <a:cs typeface="Arial"/>
              </a:rPr>
              <a:t>PDO</a:t>
            </a:r>
            <a:r>
              <a:rPr sz="2800" spc="3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adatb</a:t>
            </a:r>
            <a:r>
              <a:rPr lang="hu-HU" sz="2800" spc="-1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zis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40" dirty="0">
                <a:solidFill>
                  <a:srgbClr val="343D4D"/>
                </a:solidFill>
                <a:latin typeface="Arial"/>
                <a:cs typeface="Arial"/>
              </a:rPr>
              <a:t>kapcsolat.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042650" y="5411565"/>
            <a:ext cx="6527165" cy="174355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b="1" spc="95" dirty="0" err="1">
                <a:solidFill>
                  <a:srgbClr val="1C2638"/>
                </a:solidFill>
                <a:latin typeface="Arial"/>
                <a:cs typeface="Arial"/>
              </a:rPr>
              <a:t>Adatb</a:t>
            </a:r>
            <a:r>
              <a:rPr lang="hu-HU" sz="2800" b="1" spc="95" dirty="0">
                <a:solidFill>
                  <a:srgbClr val="1C2638"/>
                </a:solidFill>
                <a:latin typeface="Arial"/>
                <a:cs typeface="Arial"/>
              </a:rPr>
              <a:t>á</a:t>
            </a:r>
            <a:r>
              <a:rPr sz="2800" b="1" spc="95" dirty="0" err="1">
                <a:solidFill>
                  <a:srgbClr val="1C2638"/>
                </a:solidFill>
                <a:latin typeface="Arial"/>
                <a:cs typeface="Arial"/>
              </a:rPr>
              <a:t>zis</a:t>
            </a:r>
            <a:endParaRPr sz="2800" dirty="0">
              <a:latin typeface="Arial"/>
              <a:cs typeface="Arial"/>
            </a:endParaRPr>
          </a:p>
          <a:p>
            <a:pPr marL="24765" marR="5080" indent="-12700">
              <a:lnSpc>
                <a:spcPct val="121900"/>
              </a:lnSpc>
              <a:spcBef>
                <a:spcPts val="2320"/>
              </a:spcBef>
            </a:pP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MySQL</a:t>
            </a:r>
            <a:r>
              <a:rPr sz="2800" spc="22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/</a:t>
            </a:r>
            <a:r>
              <a:rPr sz="2800" spc="21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MariaDB</a:t>
            </a:r>
            <a:r>
              <a:rPr sz="2800" spc="23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60" dirty="0" err="1">
                <a:solidFill>
                  <a:srgbClr val="343D4D"/>
                </a:solidFill>
                <a:latin typeface="Arial"/>
                <a:cs typeface="Arial"/>
              </a:rPr>
              <a:t>rel</a:t>
            </a:r>
            <a:r>
              <a:rPr lang="hu-HU" sz="2800" spc="6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60" dirty="0">
                <a:solidFill>
                  <a:srgbClr val="343D4D"/>
                </a:solidFill>
                <a:latin typeface="Arial"/>
                <a:cs typeface="Arial"/>
              </a:rPr>
              <a:t>ci</a:t>
            </a:r>
            <a:r>
              <a:rPr lang="hu-HU" sz="2800" spc="60" dirty="0">
                <a:solidFill>
                  <a:srgbClr val="343D4D"/>
                </a:solidFill>
                <a:latin typeface="Arial"/>
                <a:cs typeface="Arial"/>
              </a:rPr>
              <a:t>ó</a:t>
            </a:r>
            <a:r>
              <a:rPr sz="2800" spc="60" dirty="0">
                <a:solidFill>
                  <a:srgbClr val="343D4D"/>
                </a:solidFill>
                <a:latin typeface="Arial"/>
                <a:cs typeface="Arial"/>
              </a:rPr>
              <a:t>s</a:t>
            </a:r>
            <a:r>
              <a:rPr sz="2800" spc="24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adatb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zis</a:t>
            </a:r>
            <a:r>
              <a:rPr sz="2800" spc="30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65" dirty="0" err="1">
                <a:solidFill>
                  <a:srgbClr val="343D4D"/>
                </a:solidFill>
                <a:latin typeface="Arial"/>
                <a:cs typeface="Arial"/>
              </a:rPr>
              <a:t>kezel</a:t>
            </a:r>
            <a:r>
              <a:rPr lang="hu-HU" sz="2800" spc="65" dirty="0">
                <a:solidFill>
                  <a:srgbClr val="343D4D"/>
                </a:solidFill>
                <a:latin typeface="Arial"/>
                <a:cs typeface="Arial"/>
              </a:rPr>
              <a:t>ő</a:t>
            </a:r>
            <a:r>
              <a:rPr sz="2800" spc="6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(XAMPP</a:t>
            </a:r>
            <a:r>
              <a:rPr sz="2800" spc="6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70" dirty="0">
                <a:solidFill>
                  <a:srgbClr val="343D4D"/>
                </a:solidFill>
                <a:latin typeface="Arial"/>
                <a:cs typeface="Arial"/>
              </a:rPr>
              <a:t>kornyezet).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042650" y="8671755"/>
            <a:ext cx="6858000" cy="174586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800" b="1" spc="100" dirty="0">
                <a:solidFill>
                  <a:srgbClr val="1C2638"/>
                </a:solidFill>
                <a:latin typeface="Arial"/>
                <a:cs typeface="Arial"/>
              </a:rPr>
              <a:t>Frontend</a:t>
            </a:r>
            <a:endParaRPr sz="2800" dirty="0">
              <a:latin typeface="Arial"/>
              <a:cs typeface="Arial"/>
            </a:endParaRPr>
          </a:p>
          <a:p>
            <a:pPr marL="20955" marR="5080" indent="-1270">
              <a:lnSpc>
                <a:spcPct val="124000"/>
              </a:lnSpc>
              <a:spcBef>
                <a:spcPts val="2195"/>
              </a:spcBef>
              <a:tabLst>
                <a:tab pos="1701164" algn="l"/>
              </a:tabLst>
            </a:pP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HTML5,</a:t>
            </a:r>
            <a:r>
              <a:rPr sz="2800" spc="24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CSS3</a:t>
            </a:r>
            <a:r>
              <a:rPr sz="2800" spc="34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343D4D"/>
                </a:solidFill>
                <a:latin typeface="Arial"/>
                <a:cs typeface="Arial"/>
              </a:rPr>
              <a:t>(v</a:t>
            </a:r>
            <a:r>
              <a:rPr lang="hu-HU" sz="2800" spc="5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50" dirty="0" err="1">
                <a:solidFill>
                  <a:srgbClr val="343D4D"/>
                </a:solidFill>
                <a:latin typeface="Arial"/>
                <a:cs typeface="Arial"/>
              </a:rPr>
              <a:t>ltoz</a:t>
            </a:r>
            <a:r>
              <a:rPr lang="hu-HU" sz="2800" spc="50" dirty="0">
                <a:solidFill>
                  <a:srgbClr val="343D4D"/>
                </a:solidFill>
                <a:latin typeface="Arial"/>
                <a:cs typeface="Arial"/>
              </a:rPr>
              <a:t>ó</a:t>
            </a:r>
            <a:r>
              <a:rPr sz="2800" spc="50" dirty="0">
                <a:solidFill>
                  <a:srgbClr val="343D4D"/>
                </a:solidFill>
                <a:latin typeface="Arial"/>
                <a:cs typeface="Arial"/>
              </a:rPr>
              <a:t>k</a:t>
            </a:r>
            <a:r>
              <a:rPr sz="2800" spc="254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haszn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lata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),</a:t>
            </a:r>
            <a:r>
              <a:rPr sz="2800" spc="37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Vanilla JavaScript</a:t>
            </a:r>
            <a:r>
              <a:rPr lang="hu-HU" sz="2800" spc="-1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90" dirty="0">
                <a:solidFill>
                  <a:srgbClr val="343D4D"/>
                </a:solidFill>
                <a:latin typeface="Arial"/>
                <a:cs typeface="Arial"/>
              </a:rPr>
              <a:t>(</a:t>
            </a:r>
            <a:r>
              <a:rPr sz="2800" spc="90" dirty="0" err="1">
                <a:solidFill>
                  <a:srgbClr val="343D4D"/>
                </a:solidFill>
                <a:latin typeface="Arial"/>
                <a:cs typeface="Arial"/>
              </a:rPr>
              <a:t>keretrendszer</a:t>
            </a:r>
            <a:r>
              <a:rPr lang="hu-HU" sz="2800" spc="18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343D4D"/>
                </a:solidFill>
                <a:latin typeface="Arial"/>
                <a:cs typeface="Arial"/>
              </a:rPr>
              <a:t>n</a:t>
            </a:r>
            <a:r>
              <a:rPr lang="hu-HU" sz="2800" spc="50" dirty="0">
                <a:solidFill>
                  <a:srgbClr val="343D4D"/>
                </a:solidFill>
                <a:latin typeface="Arial"/>
                <a:cs typeface="Arial"/>
              </a:rPr>
              <a:t>é</a:t>
            </a:r>
            <a:r>
              <a:rPr sz="2800" spc="50" dirty="0" err="1">
                <a:solidFill>
                  <a:srgbClr val="343D4D"/>
                </a:solidFill>
                <a:latin typeface="Arial"/>
                <a:cs typeface="Arial"/>
              </a:rPr>
              <a:t>lk</a:t>
            </a:r>
            <a:r>
              <a:rPr lang="hu-HU" sz="2800" spc="50" dirty="0">
                <a:solidFill>
                  <a:srgbClr val="343D4D"/>
                </a:solidFill>
                <a:latin typeface="Arial"/>
                <a:cs typeface="Arial"/>
              </a:rPr>
              <a:t>ü</a:t>
            </a:r>
            <a:r>
              <a:rPr sz="2800" spc="50" dirty="0">
                <a:solidFill>
                  <a:srgbClr val="343D4D"/>
                </a:solidFill>
                <a:latin typeface="Arial"/>
                <a:cs typeface="Arial"/>
              </a:rPr>
              <a:t>l).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50E0B596-B07E-4CF1-9D9E-46962D0B8A55}"/>
              </a:ext>
            </a:extLst>
          </p:cNvPr>
          <p:cNvSpPr/>
          <p:nvPr/>
        </p:nvSpPr>
        <p:spPr>
          <a:xfrm>
            <a:off x="1211276" y="869778"/>
            <a:ext cx="10052050" cy="77713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hu-HU" sz="4450" b="1" spc="275" dirty="0">
                <a:solidFill>
                  <a:srgbClr val="0E44F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ALKALMAZOTT TECHNOLÓGIÁK</a:t>
            </a:r>
            <a:endParaRPr lang="hu-HU" sz="4450" b="1" dirty="0">
              <a:solidFill>
                <a:srgbClr val="0E44F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3344272" y="625261"/>
            <a:ext cx="91440" cy="2901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700" spc="-50" dirty="0">
                <a:solidFill>
                  <a:srgbClr val="0E44F6"/>
                </a:solidFill>
                <a:latin typeface="Times New Roman"/>
                <a:cs typeface="Times New Roman"/>
              </a:rPr>
              <a:t>;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1096326" y="822138"/>
            <a:ext cx="8727124" cy="69955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280" dirty="0"/>
              <a:t>ADATB</a:t>
            </a:r>
            <a:r>
              <a:rPr lang="hu-HU" spc="280" dirty="0"/>
              <a:t>Á</a:t>
            </a:r>
            <a:r>
              <a:rPr spc="280" dirty="0"/>
              <a:t>ZIS</a:t>
            </a:r>
            <a:r>
              <a:rPr spc="-175" dirty="0"/>
              <a:t> </a:t>
            </a:r>
            <a:r>
              <a:rPr spc="265" dirty="0"/>
              <a:t>ARCHITE</a:t>
            </a:r>
            <a:r>
              <a:rPr lang="hu-HU" spc="265" dirty="0"/>
              <a:t>KTÚRA</a:t>
            </a:r>
            <a:endParaRPr spc="265" dirty="0"/>
          </a:p>
        </p:txBody>
      </p:sp>
      <p:sp>
        <p:nvSpPr>
          <p:cNvPr id="6" name="object 6"/>
          <p:cNvSpPr txBox="1"/>
          <p:nvPr/>
        </p:nvSpPr>
        <p:spPr>
          <a:xfrm>
            <a:off x="450850" y="2818422"/>
            <a:ext cx="7804150" cy="6847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12700">
              <a:lnSpc>
                <a:spcPct val="129200"/>
              </a:lnSpc>
              <a:spcBef>
                <a:spcPts val="95"/>
              </a:spcBef>
            </a:pP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A</a:t>
            </a:r>
            <a:r>
              <a:rPr sz="3200" spc="16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25" dirty="0">
                <a:solidFill>
                  <a:srgbClr val="343F4D"/>
                </a:solidFill>
                <a:latin typeface="Arial"/>
                <a:cs typeface="Arial"/>
              </a:rPr>
              <a:t>rendszer</a:t>
            </a:r>
            <a:r>
              <a:rPr sz="3200" spc="15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12</a:t>
            </a:r>
            <a:r>
              <a:rPr sz="3200" spc="4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t</a:t>
            </a:r>
            <a:r>
              <a:rPr lang="hu-HU" sz="320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bl</a:t>
            </a:r>
            <a:r>
              <a:rPr lang="hu-HU" sz="320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b</a:t>
            </a:r>
            <a:r>
              <a:rPr lang="hu-HU" sz="3200" dirty="0">
                <a:solidFill>
                  <a:srgbClr val="343F4D"/>
                </a:solidFill>
                <a:latin typeface="Arial"/>
                <a:cs typeface="Arial"/>
              </a:rPr>
              <a:t>ól</a:t>
            </a:r>
            <a:r>
              <a:rPr sz="3200" spc="-5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lang="hu-HU" sz="3200" spc="8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80" dirty="0" err="1">
                <a:solidFill>
                  <a:srgbClr val="343F4D"/>
                </a:solidFill>
                <a:latin typeface="Arial"/>
                <a:cs typeface="Arial"/>
              </a:rPr>
              <a:t>ll</a:t>
            </a:r>
            <a:r>
              <a:rPr lang="hu-HU" sz="3200" spc="80" dirty="0">
                <a:solidFill>
                  <a:srgbClr val="343F4D"/>
                </a:solidFill>
                <a:latin typeface="Arial"/>
                <a:cs typeface="Arial"/>
              </a:rPr>
              <a:t>ó</a:t>
            </a:r>
            <a:r>
              <a:rPr sz="3200" spc="7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00" dirty="0" err="1">
                <a:solidFill>
                  <a:srgbClr val="343F4D"/>
                </a:solidFill>
                <a:latin typeface="Arial"/>
                <a:cs typeface="Arial"/>
              </a:rPr>
              <a:t>rel</a:t>
            </a:r>
            <a:r>
              <a:rPr lang="hu-HU" sz="3200" spc="10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100" dirty="0">
                <a:solidFill>
                  <a:srgbClr val="343F4D"/>
                </a:solidFill>
                <a:latin typeface="Arial"/>
                <a:cs typeface="Arial"/>
              </a:rPr>
              <a:t>ci</a:t>
            </a:r>
            <a:r>
              <a:rPr lang="hu-HU" sz="3200" spc="100" dirty="0">
                <a:solidFill>
                  <a:srgbClr val="343F4D"/>
                </a:solidFill>
                <a:latin typeface="Arial"/>
                <a:cs typeface="Arial"/>
              </a:rPr>
              <a:t>ó</a:t>
            </a:r>
            <a:r>
              <a:rPr sz="3200" spc="100" dirty="0">
                <a:solidFill>
                  <a:srgbClr val="343F4D"/>
                </a:solidFill>
                <a:latin typeface="Arial"/>
                <a:cs typeface="Arial"/>
              </a:rPr>
              <a:t>s</a:t>
            </a:r>
            <a:r>
              <a:rPr sz="3200" spc="31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00" dirty="0" err="1">
                <a:solidFill>
                  <a:srgbClr val="343F4D"/>
                </a:solidFill>
                <a:latin typeface="Arial"/>
                <a:cs typeface="Arial"/>
              </a:rPr>
              <a:t>s</a:t>
            </a:r>
            <a:r>
              <a:rPr lang="hu-HU" sz="3200" spc="100" dirty="0">
                <a:solidFill>
                  <a:srgbClr val="343F4D"/>
                </a:solidFill>
                <a:latin typeface="Arial"/>
                <a:cs typeface="Arial"/>
              </a:rPr>
              <a:t>é</a:t>
            </a:r>
            <a:r>
              <a:rPr sz="3200" spc="100" dirty="0">
                <a:solidFill>
                  <a:srgbClr val="343F4D"/>
                </a:solidFill>
                <a:latin typeface="Arial"/>
                <a:cs typeface="Arial"/>
              </a:rPr>
              <a:t>m</a:t>
            </a:r>
            <a:r>
              <a:rPr lang="hu-HU" sz="3200" spc="10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100" dirty="0">
                <a:solidFill>
                  <a:srgbClr val="343F4D"/>
                </a:solidFill>
                <a:latin typeface="Arial"/>
                <a:cs typeface="Arial"/>
              </a:rPr>
              <a:t>t</a:t>
            </a:r>
            <a:r>
              <a:rPr sz="3200" spc="229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90" dirty="0" err="1">
                <a:solidFill>
                  <a:srgbClr val="343F4D"/>
                </a:solidFill>
                <a:latin typeface="Arial"/>
                <a:cs typeface="Arial"/>
              </a:rPr>
              <a:t>haszn</a:t>
            </a:r>
            <a:r>
              <a:rPr lang="hu-HU" sz="3200" spc="9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90" dirty="0">
                <a:solidFill>
                  <a:srgbClr val="343F4D"/>
                </a:solidFill>
                <a:latin typeface="Arial"/>
                <a:cs typeface="Arial"/>
              </a:rPr>
              <a:t>l</a:t>
            </a:r>
            <a:r>
              <a:rPr sz="3200" spc="16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5" dirty="0">
                <a:solidFill>
                  <a:srgbClr val="343F4D"/>
                </a:solidFill>
                <a:latin typeface="Arial"/>
                <a:cs typeface="Arial"/>
              </a:rPr>
              <a:t>a </a:t>
            </a:r>
            <a:r>
              <a:rPr sz="3200" spc="95" dirty="0">
                <a:solidFill>
                  <a:srgbClr val="343F4D"/>
                </a:solidFill>
                <a:latin typeface="Arial"/>
                <a:cs typeface="Arial"/>
              </a:rPr>
              <a:t>maxim</a:t>
            </a:r>
            <a:r>
              <a:rPr lang="hu-HU" sz="3200" spc="95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95" dirty="0" err="1">
                <a:solidFill>
                  <a:srgbClr val="343F4D"/>
                </a:solidFill>
                <a:latin typeface="Arial"/>
                <a:cs typeface="Arial"/>
              </a:rPr>
              <a:t>lis</a:t>
            </a:r>
            <a:r>
              <a:rPr sz="3200" spc="28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20" dirty="0" err="1">
                <a:solidFill>
                  <a:srgbClr val="343F4D"/>
                </a:solidFill>
                <a:latin typeface="Arial"/>
                <a:cs typeface="Arial"/>
              </a:rPr>
              <a:t>adatintegrit</a:t>
            </a:r>
            <a:r>
              <a:rPr lang="hu-HU" sz="3200" spc="12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120" dirty="0">
                <a:solidFill>
                  <a:srgbClr val="343F4D"/>
                </a:solidFill>
                <a:latin typeface="Arial"/>
                <a:cs typeface="Arial"/>
              </a:rPr>
              <a:t>s</a:t>
            </a:r>
            <a:r>
              <a:rPr sz="3200" spc="8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lang="hu-HU" sz="3200" spc="105" dirty="0">
                <a:solidFill>
                  <a:srgbClr val="343F4D"/>
                </a:solidFill>
                <a:latin typeface="Arial"/>
                <a:cs typeface="Arial"/>
              </a:rPr>
              <a:t>é</a:t>
            </a:r>
            <a:r>
              <a:rPr sz="3200" spc="105" dirty="0" err="1">
                <a:solidFill>
                  <a:srgbClr val="343F4D"/>
                </a:solidFill>
                <a:latin typeface="Arial"/>
                <a:cs typeface="Arial"/>
              </a:rPr>
              <a:t>rdek</a:t>
            </a:r>
            <a:r>
              <a:rPr lang="hu-HU" sz="3200" spc="105" dirty="0">
                <a:solidFill>
                  <a:srgbClr val="343F4D"/>
                </a:solidFill>
                <a:latin typeface="Arial"/>
                <a:cs typeface="Arial"/>
              </a:rPr>
              <a:t>é</a:t>
            </a:r>
            <a:r>
              <a:rPr sz="3200" spc="105" dirty="0">
                <a:solidFill>
                  <a:srgbClr val="343F4D"/>
                </a:solidFill>
                <a:latin typeface="Arial"/>
                <a:cs typeface="Arial"/>
              </a:rPr>
              <a:t>ben:</a:t>
            </a:r>
            <a:endParaRPr sz="32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60"/>
              </a:spcBef>
            </a:pPr>
            <a:endParaRPr sz="3200" dirty="0">
              <a:latin typeface="Arial"/>
              <a:cs typeface="Arial"/>
            </a:endParaRPr>
          </a:p>
          <a:p>
            <a:pPr marL="647065" indent="-315595">
              <a:lnSpc>
                <a:spcPct val="100000"/>
              </a:lnSpc>
              <a:buFont typeface="Arial"/>
              <a:buChar char="•"/>
              <a:tabLst>
                <a:tab pos="647065" algn="l"/>
              </a:tabLst>
            </a:pPr>
            <a:r>
              <a:rPr sz="2800" b="1" spc="110" dirty="0">
                <a:solidFill>
                  <a:srgbClr val="343F4D"/>
                </a:solidFill>
                <a:latin typeface="Arial"/>
                <a:cs typeface="Arial"/>
              </a:rPr>
              <a:t>szemelyek:</a:t>
            </a:r>
            <a:r>
              <a:rPr sz="2800" b="1" spc="229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95" dirty="0">
                <a:solidFill>
                  <a:srgbClr val="343F4D"/>
                </a:solidFill>
                <a:latin typeface="Arial"/>
                <a:cs typeface="Arial"/>
              </a:rPr>
              <a:t>T</a:t>
            </a:r>
            <a:r>
              <a:rPr lang="hu-HU" sz="3200" spc="95" dirty="0">
                <a:solidFill>
                  <a:srgbClr val="343F4D"/>
                </a:solidFill>
                <a:latin typeface="Arial"/>
                <a:cs typeface="Arial"/>
              </a:rPr>
              <a:t>ö</a:t>
            </a:r>
            <a:r>
              <a:rPr sz="3200" spc="95" dirty="0" err="1">
                <a:solidFill>
                  <a:srgbClr val="343F4D"/>
                </a:solidFill>
                <a:latin typeface="Arial"/>
                <a:cs typeface="Arial"/>
              </a:rPr>
              <a:t>rzsadatok</a:t>
            </a:r>
            <a:r>
              <a:rPr sz="3200" spc="32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lang="hu-HU" sz="3200" spc="125" dirty="0">
                <a:solidFill>
                  <a:srgbClr val="343F4D"/>
                </a:solidFill>
                <a:latin typeface="Arial"/>
                <a:cs typeface="Arial"/>
              </a:rPr>
              <a:t>é</a:t>
            </a:r>
            <a:r>
              <a:rPr sz="3200" spc="125" dirty="0">
                <a:solidFill>
                  <a:srgbClr val="343F4D"/>
                </a:solidFill>
                <a:latin typeface="Arial"/>
                <a:cs typeface="Arial"/>
              </a:rPr>
              <a:t>s</a:t>
            </a:r>
            <a:r>
              <a:rPr sz="3200" spc="13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85" dirty="0" err="1">
                <a:solidFill>
                  <a:srgbClr val="343F4D"/>
                </a:solidFill>
                <a:latin typeface="Arial"/>
                <a:cs typeface="Arial"/>
              </a:rPr>
              <a:t>azonos</a:t>
            </a:r>
            <a:r>
              <a:rPr lang="hu-HU" sz="3200" spc="85" dirty="0">
                <a:solidFill>
                  <a:srgbClr val="343F4D"/>
                </a:solidFill>
                <a:latin typeface="Arial"/>
                <a:cs typeface="Arial"/>
              </a:rPr>
              <a:t>í</a:t>
            </a:r>
            <a:r>
              <a:rPr sz="3200" spc="85" dirty="0">
                <a:solidFill>
                  <a:srgbClr val="343F4D"/>
                </a:solidFill>
                <a:latin typeface="Arial"/>
                <a:cs typeface="Arial"/>
              </a:rPr>
              <a:t>t</a:t>
            </a:r>
            <a:r>
              <a:rPr lang="hu-HU" sz="3200" spc="85" dirty="0">
                <a:solidFill>
                  <a:srgbClr val="343F4D"/>
                </a:solidFill>
                <a:latin typeface="Arial"/>
                <a:cs typeface="Arial"/>
              </a:rPr>
              <a:t>ó</a:t>
            </a:r>
            <a:r>
              <a:rPr sz="3200" spc="85" dirty="0">
                <a:solidFill>
                  <a:srgbClr val="343F4D"/>
                </a:solidFill>
                <a:latin typeface="Arial"/>
                <a:cs typeface="Arial"/>
              </a:rPr>
              <a:t>k.</a:t>
            </a:r>
            <a:endParaRPr sz="3200" dirty="0">
              <a:latin typeface="Arial"/>
              <a:cs typeface="Arial"/>
            </a:endParaRPr>
          </a:p>
          <a:p>
            <a:pPr marL="644525" indent="-313055">
              <a:lnSpc>
                <a:spcPct val="100000"/>
              </a:lnSpc>
              <a:spcBef>
                <a:spcPts val="840"/>
              </a:spcBef>
              <a:buFont typeface="Arial"/>
              <a:buChar char="•"/>
              <a:tabLst>
                <a:tab pos="644525" algn="l"/>
              </a:tabLst>
            </a:pPr>
            <a:r>
              <a:rPr sz="2800" b="1" spc="114" dirty="0">
                <a:solidFill>
                  <a:srgbClr val="343F4D"/>
                </a:solidFill>
                <a:latin typeface="Arial"/>
                <a:cs typeface="Arial"/>
              </a:rPr>
              <a:t>eredmenyek:</a:t>
            </a:r>
            <a:r>
              <a:rPr sz="2800" b="1" spc="35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85" dirty="0">
                <a:solidFill>
                  <a:srgbClr val="343F4D"/>
                </a:solidFill>
                <a:latin typeface="Arial"/>
                <a:cs typeface="Arial"/>
              </a:rPr>
              <a:t>T</a:t>
            </a:r>
            <a:r>
              <a:rPr lang="hu-HU" sz="3200" spc="85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85" dirty="0" err="1">
                <a:solidFill>
                  <a:srgbClr val="343F4D"/>
                </a:solidFill>
                <a:latin typeface="Arial"/>
                <a:cs typeface="Arial"/>
              </a:rPr>
              <a:t>rgyakhoz</a:t>
            </a:r>
            <a:r>
              <a:rPr sz="3200" spc="30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50" dirty="0">
                <a:solidFill>
                  <a:srgbClr val="343F4D"/>
                </a:solidFill>
                <a:latin typeface="Arial"/>
                <a:cs typeface="Arial"/>
              </a:rPr>
              <a:t>k</a:t>
            </a:r>
            <a:r>
              <a:rPr lang="hu-HU" sz="3200" spc="150" dirty="0">
                <a:solidFill>
                  <a:srgbClr val="343F4D"/>
                </a:solidFill>
                <a:latin typeface="Arial"/>
                <a:cs typeface="Arial"/>
              </a:rPr>
              <a:t>ö</a:t>
            </a:r>
            <a:r>
              <a:rPr sz="3200" spc="150" dirty="0">
                <a:solidFill>
                  <a:srgbClr val="343F4D"/>
                </a:solidFill>
                <a:latin typeface="Arial"/>
                <a:cs typeface="Arial"/>
              </a:rPr>
              <a:t>t</a:t>
            </a:r>
            <a:r>
              <a:rPr lang="hu-HU" sz="3200" spc="150" dirty="0">
                <a:solidFill>
                  <a:srgbClr val="343F4D"/>
                </a:solidFill>
                <a:latin typeface="Arial"/>
                <a:cs typeface="Arial"/>
              </a:rPr>
              <a:t>ö</a:t>
            </a:r>
            <a:r>
              <a:rPr sz="3200" spc="150" dirty="0" err="1">
                <a:solidFill>
                  <a:srgbClr val="343F4D"/>
                </a:solidFill>
                <a:latin typeface="Arial"/>
                <a:cs typeface="Arial"/>
              </a:rPr>
              <a:t>tt</a:t>
            </a:r>
            <a:r>
              <a:rPr sz="3200" spc="26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95" dirty="0">
                <a:solidFill>
                  <a:srgbClr val="343F4D"/>
                </a:solidFill>
                <a:latin typeface="Arial"/>
                <a:cs typeface="Arial"/>
              </a:rPr>
              <a:t>vizsgapontok.</a:t>
            </a:r>
            <a:endParaRPr sz="3200" dirty="0">
              <a:latin typeface="Arial"/>
              <a:cs typeface="Arial"/>
            </a:endParaRPr>
          </a:p>
          <a:p>
            <a:pPr marL="641350" indent="-309880">
              <a:lnSpc>
                <a:spcPct val="100000"/>
              </a:lnSpc>
              <a:spcBef>
                <a:spcPts val="840"/>
              </a:spcBef>
              <a:buFont typeface="Arial"/>
              <a:buChar char="•"/>
              <a:tabLst>
                <a:tab pos="641350" algn="l"/>
                <a:tab pos="3241675" algn="l"/>
              </a:tabLst>
            </a:pPr>
            <a:r>
              <a:rPr sz="2800" b="1" spc="70" dirty="0">
                <a:solidFill>
                  <a:srgbClr val="343F4D"/>
                </a:solidFill>
                <a:latin typeface="Arial"/>
                <a:cs typeface="Arial"/>
              </a:rPr>
              <a:t>dokumentumok:</a:t>
            </a:r>
            <a:r>
              <a:rPr sz="2800" b="1" dirty="0">
                <a:solidFill>
                  <a:srgbClr val="343F4D"/>
                </a:solidFill>
                <a:latin typeface="Arial"/>
                <a:cs typeface="Arial"/>
              </a:rPr>
              <a:t>	</a:t>
            </a: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PDF</a:t>
            </a:r>
            <a:r>
              <a:rPr sz="3200" spc="12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00" dirty="0">
                <a:solidFill>
                  <a:srgbClr val="343F4D"/>
                </a:solidFill>
                <a:latin typeface="Arial"/>
                <a:cs typeface="Arial"/>
              </a:rPr>
              <a:t>f</a:t>
            </a:r>
            <a:r>
              <a:rPr lang="hu-HU" sz="3200" spc="100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100" dirty="0" err="1">
                <a:solidFill>
                  <a:srgbClr val="343F4D"/>
                </a:solidFill>
                <a:latin typeface="Arial"/>
                <a:cs typeface="Arial"/>
              </a:rPr>
              <a:t>jlok</a:t>
            </a:r>
            <a:r>
              <a:rPr sz="3200" spc="10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125" dirty="0">
                <a:solidFill>
                  <a:srgbClr val="343F4D"/>
                </a:solidFill>
                <a:latin typeface="Arial"/>
                <a:cs typeface="Arial"/>
              </a:rPr>
              <a:t>el</a:t>
            </a:r>
            <a:r>
              <a:rPr lang="hu-HU" sz="3200" spc="125" dirty="0">
                <a:solidFill>
                  <a:srgbClr val="343F4D"/>
                </a:solidFill>
                <a:latin typeface="Arial"/>
                <a:cs typeface="Arial"/>
              </a:rPr>
              <a:t>é</a:t>
            </a:r>
            <a:r>
              <a:rPr sz="3200" spc="125" dirty="0">
                <a:solidFill>
                  <a:srgbClr val="343F4D"/>
                </a:solidFill>
                <a:latin typeface="Arial"/>
                <a:cs typeface="Arial"/>
              </a:rPr>
              <a:t>r</a:t>
            </a:r>
            <a:r>
              <a:rPr lang="hu-HU" sz="3200" spc="125" dirty="0">
                <a:solidFill>
                  <a:srgbClr val="343F4D"/>
                </a:solidFill>
                <a:latin typeface="Arial"/>
                <a:cs typeface="Arial"/>
              </a:rPr>
              <a:t>é</a:t>
            </a:r>
            <a:r>
              <a:rPr sz="3200" spc="125" dirty="0" err="1">
                <a:solidFill>
                  <a:srgbClr val="343F4D"/>
                </a:solidFill>
                <a:latin typeface="Arial"/>
                <a:cs typeface="Arial"/>
              </a:rPr>
              <a:t>si</a:t>
            </a:r>
            <a:r>
              <a:rPr sz="3200" spc="60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lang="hu-HU" sz="3200" spc="75" dirty="0">
                <a:solidFill>
                  <a:srgbClr val="343F4D"/>
                </a:solidFill>
                <a:latin typeface="Arial"/>
                <a:cs typeface="Arial"/>
              </a:rPr>
              <a:t>ú</a:t>
            </a:r>
            <a:r>
              <a:rPr sz="3200" spc="75" dirty="0" err="1">
                <a:solidFill>
                  <a:srgbClr val="343F4D"/>
                </a:solidFill>
                <a:latin typeface="Arial"/>
                <a:cs typeface="Arial"/>
              </a:rPr>
              <a:t>tvonalai</a:t>
            </a:r>
            <a:r>
              <a:rPr sz="3200" spc="75" dirty="0">
                <a:solidFill>
                  <a:srgbClr val="343F4D"/>
                </a:solidFill>
                <a:latin typeface="Arial"/>
                <a:cs typeface="Arial"/>
              </a:rPr>
              <a:t>.</a:t>
            </a:r>
            <a:endParaRPr sz="3200" dirty="0">
              <a:latin typeface="Arial"/>
              <a:cs typeface="Arial"/>
            </a:endParaRPr>
          </a:p>
          <a:p>
            <a:pPr marL="641350" marR="855344" indent="-310515">
              <a:lnSpc>
                <a:spcPct val="127000"/>
              </a:lnSpc>
              <a:spcBef>
                <a:spcPts val="65"/>
              </a:spcBef>
              <a:buFont typeface="Arial"/>
              <a:buChar char="•"/>
              <a:tabLst>
                <a:tab pos="641350" algn="l"/>
                <a:tab pos="4654550" algn="l"/>
              </a:tabLst>
            </a:pPr>
            <a:r>
              <a:rPr sz="2800" b="1" spc="75" dirty="0">
                <a:solidFill>
                  <a:srgbClr val="343F4D"/>
                </a:solidFill>
                <a:latin typeface="Arial"/>
                <a:cs typeface="Arial"/>
              </a:rPr>
              <a:t>beallitasok:</a:t>
            </a:r>
            <a:r>
              <a:rPr sz="2800" b="1" spc="22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75" dirty="0" err="1">
                <a:solidFill>
                  <a:srgbClr val="343F4D"/>
                </a:solidFill>
                <a:latin typeface="Arial"/>
                <a:cs typeface="Arial"/>
              </a:rPr>
              <a:t>Konfigur</a:t>
            </a:r>
            <a:r>
              <a:rPr lang="hu-HU" sz="3200" spc="75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75" dirty="0">
                <a:solidFill>
                  <a:srgbClr val="343F4D"/>
                </a:solidFill>
                <a:latin typeface="Arial"/>
                <a:cs typeface="Arial"/>
              </a:rPr>
              <a:t>ci</a:t>
            </a:r>
            <a:r>
              <a:rPr lang="hu-HU" sz="3200" spc="75" dirty="0">
                <a:solidFill>
                  <a:srgbClr val="343F4D"/>
                </a:solidFill>
                <a:latin typeface="Arial"/>
                <a:cs typeface="Arial"/>
              </a:rPr>
              <a:t>ó</a:t>
            </a:r>
            <a:r>
              <a:rPr sz="3200" spc="75" dirty="0">
                <a:solidFill>
                  <a:srgbClr val="343F4D"/>
                </a:solidFill>
                <a:latin typeface="Arial"/>
                <a:cs typeface="Arial"/>
              </a:rPr>
              <a:t>s</a:t>
            </a:r>
            <a:r>
              <a:rPr sz="3200" dirty="0">
                <a:solidFill>
                  <a:srgbClr val="343F4D"/>
                </a:solidFill>
                <a:latin typeface="Arial"/>
                <a:cs typeface="Arial"/>
              </a:rPr>
              <a:t>	</a:t>
            </a:r>
            <a:r>
              <a:rPr sz="3200" spc="95" dirty="0">
                <a:solidFill>
                  <a:srgbClr val="343F4D"/>
                </a:solidFill>
                <a:latin typeface="Arial"/>
                <a:cs typeface="Arial"/>
              </a:rPr>
              <a:t>adatok</a:t>
            </a:r>
            <a:r>
              <a:rPr sz="3200" spc="30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60" dirty="0">
                <a:solidFill>
                  <a:srgbClr val="343F4D"/>
                </a:solidFill>
                <a:latin typeface="Arial"/>
                <a:cs typeface="Arial"/>
              </a:rPr>
              <a:t>(pl.</a:t>
            </a:r>
            <a:r>
              <a:rPr sz="3200" spc="45" dirty="0">
                <a:solidFill>
                  <a:srgbClr val="343F4D"/>
                </a:solidFill>
                <a:latin typeface="Arial"/>
                <a:cs typeface="Arial"/>
              </a:rPr>
              <a:t> </a:t>
            </a:r>
            <a:r>
              <a:rPr sz="3200" spc="80" dirty="0">
                <a:solidFill>
                  <a:srgbClr val="343F4D"/>
                </a:solidFill>
                <a:latin typeface="Arial"/>
                <a:cs typeface="Arial"/>
              </a:rPr>
              <a:t>max </a:t>
            </a:r>
            <a:r>
              <a:rPr sz="3200" spc="105" dirty="0" err="1">
                <a:solidFill>
                  <a:srgbClr val="343F4D"/>
                </a:solidFill>
                <a:latin typeface="Arial"/>
                <a:cs typeface="Arial"/>
              </a:rPr>
              <a:t>pontsz</a:t>
            </a:r>
            <a:r>
              <a:rPr lang="hu-HU" sz="3200" spc="105" dirty="0">
                <a:solidFill>
                  <a:srgbClr val="343F4D"/>
                </a:solidFill>
                <a:latin typeface="Arial"/>
                <a:cs typeface="Arial"/>
              </a:rPr>
              <a:t>á</a:t>
            </a:r>
            <a:r>
              <a:rPr sz="3200" spc="105" dirty="0">
                <a:solidFill>
                  <a:srgbClr val="343F4D"/>
                </a:solidFill>
                <a:latin typeface="Arial"/>
                <a:cs typeface="Arial"/>
              </a:rPr>
              <a:t>m).</a:t>
            </a:r>
            <a:endParaRPr sz="3200" dirty="0">
              <a:latin typeface="Arial"/>
              <a:cs typeface="Arial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A4CE02B4-CE69-4457-BD51-7DB1FC23D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0652" y="822138"/>
            <a:ext cx="9594850" cy="483051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9C26C51-3A0E-4B44-A5D3-770AEF7133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784" y="6458876"/>
            <a:ext cx="10832718" cy="35642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6891" y="4142325"/>
            <a:ext cx="5615920" cy="2519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33830" y="4803824"/>
            <a:ext cx="582042" cy="69299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51930" y="4158076"/>
            <a:ext cx="5615920" cy="236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784602" y="4756574"/>
            <a:ext cx="550580" cy="78749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386967" y="4142325"/>
            <a:ext cx="5615920" cy="25199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086447" y="648888"/>
            <a:ext cx="12089803" cy="873316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581910">
              <a:lnSpc>
                <a:spcPts val="1645"/>
              </a:lnSpc>
              <a:spcBef>
                <a:spcPts val="110"/>
              </a:spcBef>
              <a:tabLst>
                <a:tab pos="6829425" algn="l"/>
              </a:tabLst>
            </a:pPr>
            <a:r>
              <a:rPr sz="1600" spc="-50" dirty="0">
                <a:solidFill>
                  <a:srgbClr val="0E44F4"/>
                </a:solidFill>
                <a:latin typeface="Arial"/>
                <a:cs typeface="Arial"/>
              </a:rPr>
              <a:t>;</a:t>
            </a:r>
            <a:r>
              <a:rPr sz="1600" dirty="0">
                <a:solidFill>
                  <a:srgbClr val="0E44F4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44F4"/>
                </a:solidFill>
                <a:latin typeface="Arial"/>
                <a:cs typeface="Arial"/>
              </a:rPr>
              <a:t>;</a:t>
            </a:r>
            <a:endParaRPr sz="1600" dirty="0">
              <a:latin typeface="Arial"/>
              <a:cs typeface="Arial"/>
            </a:endParaRPr>
          </a:p>
          <a:p>
            <a:pPr marL="12700">
              <a:lnSpc>
                <a:spcPts val="5065"/>
              </a:lnSpc>
            </a:pPr>
            <a:r>
              <a:rPr sz="4450" b="1" spc="305" dirty="0">
                <a:solidFill>
                  <a:srgbClr val="0E44F4"/>
                </a:solidFill>
                <a:latin typeface="Arial"/>
                <a:cs typeface="Arial"/>
              </a:rPr>
              <a:t>DESIGN</a:t>
            </a:r>
            <a:r>
              <a:rPr sz="4450" b="1" spc="-195" dirty="0">
                <a:solidFill>
                  <a:srgbClr val="0E44F4"/>
                </a:solidFill>
                <a:latin typeface="Arial"/>
                <a:cs typeface="Arial"/>
              </a:rPr>
              <a:t> </a:t>
            </a:r>
            <a:r>
              <a:rPr lang="hu-HU" sz="4450" b="1" spc="55" dirty="0">
                <a:solidFill>
                  <a:srgbClr val="0E44F4"/>
                </a:solidFill>
                <a:latin typeface="Arial"/>
                <a:cs typeface="Arial"/>
              </a:rPr>
              <a:t>É</a:t>
            </a:r>
            <a:r>
              <a:rPr sz="4450" b="1" spc="55" dirty="0">
                <a:solidFill>
                  <a:srgbClr val="0E44F4"/>
                </a:solidFill>
                <a:latin typeface="Arial"/>
                <a:cs typeface="Arial"/>
              </a:rPr>
              <a:t>S</a:t>
            </a:r>
            <a:r>
              <a:rPr sz="4450" b="1" spc="-415" dirty="0">
                <a:solidFill>
                  <a:srgbClr val="0E44F4"/>
                </a:solidFill>
                <a:latin typeface="Arial"/>
                <a:cs typeface="Arial"/>
              </a:rPr>
              <a:t> </a:t>
            </a:r>
            <a:r>
              <a:rPr sz="4450" b="1" spc="280" dirty="0">
                <a:solidFill>
                  <a:srgbClr val="0E44F4"/>
                </a:solidFill>
                <a:latin typeface="Arial"/>
                <a:cs typeface="Arial"/>
              </a:rPr>
              <a:t>FELHASZN</a:t>
            </a:r>
            <a:r>
              <a:rPr lang="hu-HU" sz="4450" b="1" spc="280" dirty="0">
                <a:solidFill>
                  <a:srgbClr val="0E44F4"/>
                </a:solidFill>
                <a:latin typeface="Arial"/>
                <a:cs typeface="Arial"/>
              </a:rPr>
              <a:t>Á</a:t>
            </a:r>
            <a:r>
              <a:rPr sz="4450" b="1" spc="280" dirty="0">
                <a:solidFill>
                  <a:srgbClr val="0E44F4"/>
                </a:solidFill>
                <a:latin typeface="Arial"/>
                <a:cs typeface="Arial"/>
              </a:rPr>
              <a:t>L</a:t>
            </a:r>
            <a:r>
              <a:rPr lang="hu-HU" sz="4450" b="1" spc="280" dirty="0">
                <a:solidFill>
                  <a:srgbClr val="0E44F4"/>
                </a:solidFill>
                <a:latin typeface="Arial"/>
                <a:cs typeface="Arial"/>
              </a:rPr>
              <a:t>ÓI ÉLMÉNY</a:t>
            </a:r>
            <a:endParaRPr sz="445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45187" y="648888"/>
            <a:ext cx="88265" cy="2711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600" spc="-50" dirty="0">
                <a:solidFill>
                  <a:srgbClr val="0E44F4"/>
                </a:solidFill>
                <a:latin typeface="Arial"/>
                <a:cs typeface="Arial"/>
              </a:rPr>
              <a:t>;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246785" y="5839845"/>
            <a:ext cx="3375123" cy="448841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800" b="1" spc="75" dirty="0">
                <a:solidFill>
                  <a:srgbClr val="0F1526"/>
                </a:solidFill>
                <a:latin typeface="Arial"/>
                <a:cs typeface="Arial"/>
              </a:rPr>
              <a:t>S</a:t>
            </a:r>
            <a:r>
              <a:rPr lang="hu-HU" sz="2800" b="1" spc="75" dirty="0">
                <a:solidFill>
                  <a:srgbClr val="0F1526"/>
                </a:solidFill>
                <a:latin typeface="Arial"/>
                <a:cs typeface="Arial"/>
              </a:rPr>
              <a:t>ö</a:t>
            </a:r>
            <a:r>
              <a:rPr sz="2800" b="1" spc="75" dirty="0">
                <a:solidFill>
                  <a:srgbClr val="0F1526"/>
                </a:solidFill>
                <a:latin typeface="Arial"/>
                <a:cs typeface="Arial"/>
              </a:rPr>
              <a:t>t</a:t>
            </a:r>
            <a:r>
              <a:rPr lang="hu-HU" sz="2800" b="1" spc="75" dirty="0">
                <a:solidFill>
                  <a:srgbClr val="0F1526"/>
                </a:solidFill>
                <a:latin typeface="Arial"/>
                <a:cs typeface="Arial"/>
              </a:rPr>
              <a:t>é</a:t>
            </a:r>
            <a:r>
              <a:rPr sz="2800" b="1" spc="75" dirty="0">
                <a:solidFill>
                  <a:srgbClr val="0F1526"/>
                </a:solidFill>
                <a:latin typeface="Arial"/>
                <a:cs typeface="Arial"/>
              </a:rPr>
              <a:t>t/</a:t>
            </a:r>
            <a:r>
              <a:rPr sz="2800" b="1" spc="75" dirty="0" err="1">
                <a:solidFill>
                  <a:srgbClr val="0F1526"/>
                </a:solidFill>
                <a:latin typeface="Arial"/>
                <a:cs typeface="Arial"/>
              </a:rPr>
              <a:t>Vil</a:t>
            </a:r>
            <a:r>
              <a:rPr lang="hu-HU" sz="2800" b="1" spc="75" dirty="0">
                <a:solidFill>
                  <a:srgbClr val="0F1526"/>
                </a:solidFill>
                <a:latin typeface="Arial"/>
                <a:cs typeface="Arial"/>
              </a:rPr>
              <a:t>á</a:t>
            </a:r>
            <a:r>
              <a:rPr sz="2800" b="1" spc="75" dirty="0" err="1">
                <a:solidFill>
                  <a:srgbClr val="0F1526"/>
                </a:solidFill>
                <a:latin typeface="Arial"/>
                <a:cs typeface="Arial"/>
              </a:rPr>
              <a:t>gos</a:t>
            </a:r>
            <a:r>
              <a:rPr sz="2800" b="1" spc="80" dirty="0">
                <a:solidFill>
                  <a:srgbClr val="0F1526"/>
                </a:solidFill>
                <a:latin typeface="Arial"/>
                <a:cs typeface="Arial"/>
              </a:rPr>
              <a:t> </a:t>
            </a:r>
            <a:r>
              <a:rPr sz="2800" b="1" spc="70" dirty="0">
                <a:solidFill>
                  <a:srgbClr val="0F1526"/>
                </a:solidFill>
                <a:latin typeface="Arial"/>
                <a:cs typeface="Arial"/>
              </a:rPr>
              <a:t>m</a:t>
            </a:r>
            <a:r>
              <a:rPr lang="hu-HU" sz="2800" b="1" spc="70" dirty="0">
                <a:solidFill>
                  <a:srgbClr val="0F1526"/>
                </a:solidFill>
                <a:latin typeface="Arial"/>
                <a:cs typeface="Arial"/>
              </a:rPr>
              <a:t>ó</a:t>
            </a:r>
            <a:r>
              <a:rPr sz="2800" b="1" spc="70" dirty="0">
                <a:solidFill>
                  <a:srgbClr val="0F1526"/>
                </a:solidFill>
                <a:latin typeface="Arial"/>
                <a:cs typeface="Arial"/>
              </a:rPr>
              <a:t>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40653" y="6416675"/>
            <a:ext cx="4568395" cy="1540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-17145" algn="ctr">
              <a:lnSpc>
                <a:spcPct val="121600"/>
              </a:lnSpc>
              <a:spcBef>
                <a:spcPts val="100"/>
              </a:spcBef>
            </a:pPr>
            <a:r>
              <a:rPr sz="2800" spc="-20" dirty="0">
                <a:solidFill>
                  <a:srgbClr val="343D4D"/>
                </a:solidFill>
                <a:latin typeface="Arial"/>
                <a:cs typeface="Arial"/>
              </a:rPr>
              <a:t>T</a:t>
            </a:r>
            <a:r>
              <a:rPr lang="hu-HU" sz="2800" spc="-20" dirty="0" err="1">
                <a:solidFill>
                  <a:srgbClr val="343D4D"/>
                </a:solidFill>
                <a:latin typeface="Arial"/>
                <a:cs typeface="Arial"/>
              </a:rPr>
              <a:t>ém</a:t>
            </a:r>
            <a:r>
              <a:rPr sz="2800" spc="-20" dirty="0">
                <a:solidFill>
                  <a:srgbClr val="343D4D"/>
                </a:solidFill>
                <a:latin typeface="Arial"/>
                <a:cs typeface="Arial"/>
              </a:rPr>
              <a:t>a</a:t>
            </a:r>
            <a:r>
              <a:rPr sz="2800" spc="17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v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lt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ó</a:t>
            </a:r>
            <a:r>
              <a:rPr sz="2800" spc="9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gomb,</a:t>
            </a:r>
            <a:r>
              <a:rPr sz="2800" spc="17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amely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automatikusan</a:t>
            </a:r>
            <a:r>
              <a:rPr sz="2800" spc="44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80" dirty="0">
                <a:solidFill>
                  <a:srgbClr val="343D4D"/>
                </a:solidFill>
                <a:latin typeface="Arial"/>
                <a:cs typeface="Arial"/>
              </a:rPr>
              <a:t>menti</a:t>
            </a:r>
            <a:r>
              <a:rPr sz="2800" spc="229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343D4D"/>
                </a:solidFill>
                <a:latin typeface="Arial"/>
                <a:cs typeface="Arial"/>
              </a:rPr>
              <a:t>a 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felhaszn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l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ó</a:t>
            </a:r>
            <a:r>
              <a:rPr sz="2800" spc="36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45" dirty="0" err="1">
                <a:solidFill>
                  <a:srgbClr val="343D4D"/>
                </a:solidFill>
                <a:latin typeface="Arial"/>
                <a:cs typeface="Arial"/>
              </a:rPr>
              <a:t>preferenci</a:t>
            </a:r>
            <a:r>
              <a:rPr lang="hu-HU" sz="2800" spc="45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45" dirty="0">
                <a:solidFill>
                  <a:srgbClr val="343D4D"/>
                </a:solidFill>
                <a:latin typeface="Arial"/>
                <a:cs typeface="Arial"/>
              </a:rPr>
              <a:t>j</a:t>
            </a:r>
            <a:r>
              <a:rPr lang="hu-HU" sz="2800" spc="45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45" dirty="0">
                <a:solidFill>
                  <a:srgbClr val="343D4D"/>
                </a:solidFill>
                <a:latin typeface="Arial"/>
                <a:cs typeface="Arial"/>
              </a:rPr>
              <a:t>t.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51933" y="5864564"/>
            <a:ext cx="2615914" cy="448841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800" b="1" spc="-10" dirty="0" err="1">
                <a:solidFill>
                  <a:srgbClr val="0F1526"/>
                </a:solidFill>
                <a:latin typeface="Arial"/>
                <a:cs typeface="Arial"/>
              </a:rPr>
              <a:t>Reszponzivit</a:t>
            </a:r>
            <a:r>
              <a:rPr lang="hu-HU" sz="2800" b="1" spc="-10" dirty="0">
                <a:solidFill>
                  <a:srgbClr val="0F1526"/>
                </a:solidFill>
                <a:latin typeface="Arial"/>
                <a:cs typeface="Arial"/>
              </a:rPr>
              <a:t>á</a:t>
            </a:r>
            <a:r>
              <a:rPr sz="2800" b="1" spc="-10" dirty="0">
                <a:solidFill>
                  <a:srgbClr val="0F1526"/>
                </a:solidFill>
                <a:latin typeface="Arial"/>
                <a:cs typeface="Arial"/>
              </a:rPr>
              <a:t>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974012" y="6633898"/>
            <a:ext cx="4156075" cy="1532471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marR="5080" indent="31750" algn="ctr">
              <a:lnSpc>
                <a:spcPct val="121600"/>
              </a:lnSpc>
              <a:spcBef>
                <a:spcPts val="40"/>
              </a:spcBef>
            </a:pPr>
            <a:r>
              <a:rPr sz="2800" spc="50" dirty="0">
                <a:solidFill>
                  <a:srgbClr val="343D4D"/>
                </a:solidFill>
                <a:latin typeface="Arial"/>
                <a:cs typeface="Arial"/>
              </a:rPr>
              <a:t>Minden</a:t>
            </a:r>
            <a:r>
              <a:rPr sz="2800" spc="6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55" dirty="0" err="1">
                <a:solidFill>
                  <a:srgbClr val="343D4D"/>
                </a:solidFill>
                <a:latin typeface="Arial"/>
                <a:cs typeface="Arial"/>
              </a:rPr>
              <a:t>eszk</a:t>
            </a:r>
            <a:r>
              <a:rPr lang="hu-HU" sz="2800" spc="55" dirty="0">
                <a:solidFill>
                  <a:srgbClr val="343D4D"/>
                </a:solidFill>
                <a:latin typeface="Arial"/>
                <a:cs typeface="Arial"/>
              </a:rPr>
              <a:t>ö</a:t>
            </a:r>
            <a:r>
              <a:rPr sz="2800" spc="55" dirty="0" err="1">
                <a:solidFill>
                  <a:srgbClr val="343D4D"/>
                </a:solidFill>
                <a:latin typeface="Arial"/>
                <a:cs typeface="Arial"/>
              </a:rPr>
              <a:t>zre</a:t>
            </a:r>
            <a:r>
              <a:rPr sz="2800" spc="31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(mobil, </a:t>
            </a:r>
            <a:r>
              <a:rPr sz="2800" spc="55" dirty="0">
                <a:solidFill>
                  <a:srgbClr val="343D4D"/>
                </a:solidFill>
                <a:latin typeface="Arial"/>
                <a:cs typeface="Arial"/>
              </a:rPr>
              <a:t>tablet,</a:t>
            </a:r>
            <a:r>
              <a:rPr sz="2800" spc="20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desktop)</a:t>
            </a:r>
            <a:r>
              <a:rPr sz="2800" spc="455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optimaliz</a:t>
            </a:r>
            <a:r>
              <a:rPr lang="hu-HU" sz="2800" spc="-1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lt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megjelen</a:t>
            </a:r>
            <a:r>
              <a:rPr lang="hu-HU" sz="2800" spc="-10" dirty="0">
                <a:solidFill>
                  <a:srgbClr val="343D4D"/>
                </a:solidFill>
                <a:latin typeface="Arial"/>
                <a:cs typeface="Arial"/>
              </a:rPr>
              <a:t>é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s.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5930463" y="4705717"/>
            <a:ext cx="495934" cy="532130"/>
          </a:xfrm>
          <a:custGeom>
            <a:avLst/>
            <a:gdLst/>
            <a:ahLst/>
            <a:cxnLst/>
            <a:rect l="l" t="t" r="r" b="b"/>
            <a:pathLst>
              <a:path w="495934" h="532129">
                <a:moveTo>
                  <a:pt x="495522" y="531803"/>
                </a:moveTo>
                <a:lnTo>
                  <a:pt x="0" y="531803"/>
                </a:lnTo>
                <a:lnTo>
                  <a:pt x="0" y="0"/>
                </a:lnTo>
                <a:lnTo>
                  <a:pt x="495522" y="0"/>
                </a:lnTo>
                <a:lnTo>
                  <a:pt x="495522" y="531803"/>
                </a:lnTo>
                <a:close/>
              </a:path>
            </a:pathLst>
          </a:custGeom>
          <a:solidFill>
            <a:srgbClr val="1141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15939194" y="4705567"/>
            <a:ext cx="508634" cy="4933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3050" spc="60" dirty="0">
                <a:solidFill>
                  <a:srgbClr val="F6FBF4"/>
                </a:solidFill>
                <a:latin typeface="Arial"/>
                <a:cs typeface="Arial"/>
              </a:rPr>
              <a:t>•</a:t>
            </a:r>
            <a:r>
              <a:rPr sz="3050" spc="-430" dirty="0">
                <a:solidFill>
                  <a:srgbClr val="F6FBF4"/>
                </a:solidFill>
                <a:latin typeface="Arial"/>
                <a:cs typeface="Arial"/>
              </a:rPr>
              <a:t> </a:t>
            </a:r>
            <a:r>
              <a:rPr sz="3050" spc="20" dirty="0">
                <a:solidFill>
                  <a:srgbClr val="F6FBF4"/>
                </a:solidFill>
                <a:latin typeface="Arial"/>
                <a:cs typeface="Arial"/>
              </a:rPr>
              <a:t>••</a:t>
            </a:r>
            <a:endParaRPr sz="3050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5827592" y="4705717"/>
            <a:ext cx="111602" cy="532130"/>
          </a:xfrm>
          <a:custGeom>
            <a:avLst/>
            <a:gdLst/>
            <a:ahLst/>
            <a:cxnLst/>
            <a:rect l="l" t="t" r="r" b="b"/>
            <a:pathLst>
              <a:path w="102869" h="510539">
                <a:moveTo>
                  <a:pt x="102250" y="510316"/>
                </a:moveTo>
                <a:lnTo>
                  <a:pt x="0" y="510316"/>
                </a:lnTo>
                <a:lnTo>
                  <a:pt x="0" y="0"/>
                </a:lnTo>
                <a:lnTo>
                  <a:pt x="102250" y="0"/>
                </a:lnTo>
                <a:lnTo>
                  <a:pt x="102250" y="510316"/>
                </a:lnTo>
                <a:close/>
              </a:path>
            </a:pathLst>
          </a:custGeom>
          <a:solidFill>
            <a:srgbClr val="1141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5797429" y="4715091"/>
            <a:ext cx="16319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950" spc="-50" dirty="0">
                <a:solidFill>
                  <a:srgbClr val="F6FBF4"/>
                </a:solidFill>
                <a:latin typeface="Arial"/>
                <a:cs typeface="Arial"/>
              </a:rPr>
              <a:t>•</a:t>
            </a:r>
            <a:endParaRPr sz="295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4885554" y="5836461"/>
            <a:ext cx="2405496" cy="448841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800" b="1" spc="-10" dirty="0" err="1">
                <a:solidFill>
                  <a:srgbClr val="0F1526"/>
                </a:solidFill>
                <a:latin typeface="Arial"/>
                <a:cs typeface="Arial"/>
              </a:rPr>
              <a:t>Pszichol</a:t>
            </a:r>
            <a:r>
              <a:rPr lang="hu-HU" sz="2800" b="1" spc="-10" dirty="0">
                <a:solidFill>
                  <a:srgbClr val="0F1526"/>
                </a:solidFill>
                <a:latin typeface="Arial"/>
                <a:cs typeface="Arial"/>
              </a:rPr>
              <a:t>ó</a:t>
            </a:r>
            <a:r>
              <a:rPr sz="2800" b="1" spc="-10" dirty="0" err="1">
                <a:solidFill>
                  <a:srgbClr val="0F1526"/>
                </a:solidFill>
                <a:latin typeface="Arial"/>
                <a:cs typeface="Arial"/>
              </a:rPr>
              <a:t>gia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3727904" y="6850225"/>
            <a:ext cx="4720796" cy="10145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79070">
              <a:lnSpc>
                <a:spcPct val="121600"/>
              </a:lnSpc>
              <a:spcBef>
                <a:spcPts val="100"/>
              </a:spcBef>
              <a:tabLst>
                <a:tab pos="1769110" algn="l"/>
              </a:tabLst>
            </a:pP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Stabilit</a:t>
            </a:r>
            <a:r>
              <a:rPr lang="hu-HU" sz="2800" spc="-1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st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	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sug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rz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ó</a:t>
            </a:r>
            <a:r>
              <a:rPr sz="2800" spc="20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343D4D"/>
                </a:solidFill>
                <a:latin typeface="Arial"/>
                <a:cs typeface="Arial"/>
              </a:rPr>
              <a:t>k</a:t>
            </a:r>
            <a:r>
              <a:rPr lang="hu-HU" sz="2800" spc="65" dirty="0">
                <a:solidFill>
                  <a:srgbClr val="343D4D"/>
                </a:solidFill>
                <a:latin typeface="Arial"/>
                <a:cs typeface="Arial"/>
              </a:rPr>
              <a:t>é</a:t>
            </a:r>
            <a:r>
              <a:rPr sz="2800" spc="65" dirty="0">
                <a:solidFill>
                  <a:srgbClr val="343D4D"/>
                </a:solidFill>
                <a:latin typeface="Arial"/>
                <a:cs typeface="Arial"/>
              </a:rPr>
              <a:t>k</a:t>
            </a:r>
            <a:r>
              <a:rPr sz="2800" spc="19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lang="hu-HU" sz="2800" spc="25" dirty="0">
                <a:solidFill>
                  <a:srgbClr val="343D4D"/>
                </a:solidFill>
                <a:latin typeface="Arial"/>
                <a:cs typeface="Arial"/>
              </a:rPr>
              <a:t>é</a:t>
            </a:r>
            <a:r>
              <a:rPr sz="2800" spc="25" dirty="0">
                <a:solidFill>
                  <a:srgbClr val="343D4D"/>
                </a:solidFill>
                <a:latin typeface="Arial"/>
                <a:cs typeface="Arial"/>
              </a:rPr>
              <a:t>s </a:t>
            </a:r>
            <a:r>
              <a:rPr sz="2800" dirty="0">
                <a:solidFill>
                  <a:srgbClr val="343D4D"/>
                </a:solidFill>
                <a:latin typeface="Arial"/>
                <a:cs typeface="Arial"/>
              </a:rPr>
              <a:t>bar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ts</a:t>
            </a:r>
            <a:r>
              <a:rPr lang="hu-HU" sz="2800" dirty="0">
                <a:solidFill>
                  <a:srgbClr val="343D4D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D"/>
                </a:solidFill>
                <a:latin typeface="Arial"/>
                <a:cs typeface="Arial"/>
              </a:rPr>
              <a:t>gos</a:t>
            </a:r>
            <a:r>
              <a:rPr sz="2800" spc="484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343D4D"/>
                </a:solidFill>
                <a:latin typeface="Arial"/>
                <a:cs typeface="Arial"/>
              </a:rPr>
              <a:t>z</a:t>
            </a:r>
            <a:r>
              <a:rPr lang="hu-HU" sz="2800" spc="50" dirty="0">
                <a:solidFill>
                  <a:srgbClr val="343D4D"/>
                </a:solidFill>
                <a:latin typeface="Arial"/>
                <a:cs typeface="Arial"/>
              </a:rPr>
              <a:t>ö</a:t>
            </a:r>
            <a:r>
              <a:rPr sz="2800" spc="50" dirty="0" err="1">
                <a:solidFill>
                  <a:srgbClr val="343D4D"/>
                </a:solidFill>
                <a:latin typeface="Arial"/>
                <a:cs typeface="Arial"/>
              </a:rPr>
              <a:t>ld</a:t>
            </a:r>
            <a:r>
              <a:rPr sz="2800" spc="130" dirty="0">
                <a:solidFill>
                  <a:srgbClr val="343D4D"/>
                </a:solidFill>
                <a:latin typeface="Arial"/>
                <a:cs typeface="Arial"/>
              </a:rPr>
              <a:t> 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sz</a:t>
            </a:r>
            <a:r>
              <a:rPr lang="hu-HU" sz="2800" spc="-10" dirty="0">
                <a:solidFill>
                  <a:srgbClr val="343D4D"/>
                </a:solidFill>
                <a:latin typeface="Arial"/>
                <a:cs typeface="Arial"/>
              </a:rPr>
              <a:t>í</a:t>
            </a:r>
            <a:r>
              <a:rPr sz="2800" spc="-10" dirty="0" err="1">
                <a:solidFill>
                  <a:srgbClr val="343D4D"/>
                </a:solidFill>
                <a:latin typeface="Arial"/>
                <a:cs typeface="Arial"/>
              </a:rPr>
              <a:t>npaletta</a:t>
            </a:r>
            <a:r>
              <a:rPr sz="2800" spc="-10" dirty="0">
                <a:solidFill>
                  <a:srgbClr val="343D4D"/>
                </a:solidFill>
                <a:latin typeface="Arial"/>
                <a:cs typeface="Arial"/>
              </a:rPr>
              <a:t>.</a:t>
            </a: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132622" y="8095563"/>
            <a:ext cx="0" cy="2488565"/>
          </a:xfrm>
          <a:custGeom>
            <a:avLst/>
            <a:gdLst/>
            <a:ahLst/>
            <a:cxnLst/>
            <a:rect l="l" t="t" r="r" b="b"/>
            <a:pathLst>
              <a:path h="2488565">
                <a:moveTo>
                  <a:pt x="0" y="2488493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132622" y="5260570"/>
            <a:ext cx="0" cy="2488565"/>
          </a:xfrm>
          <a:custGeom>
            <a:avLst/>
            <a:gdLst/>
            <a:ahLst/>
            <a:cxnLst/>
            <a:rect l="l" t="t" r="r" b="b"/>
            <a:pathLst>
              <a:path h="2488565">
                <a:moveTo>
                  <a:pt x="0" y="2488493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132622" y="2425577"/>
            <a:ext cx="0" cy="2488565"/>
          </a:xfrm>
          <a:custGeom>
            <a:avLst/>
            <a:gdLst/>
            <a:ahLst/>
            <a:cxnLst/>
            <a:rect l="l" t="t" r="r" b="b"/>
            <a:pathLst>
              <a:path h="2488565">
                <a:moveTo>
                  <a:pt x="0" y="2488493"/>
                </a:moveTo>
                <a:lnTo>
                  <a:pt x="0" y="0"/>
                </a:lnTo>
              </a:path>
            </a:pathLst>
          </a:custGeom>
          <a:ln w="7078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852891" y="625261"/>
            <a:ext cx="6640830" cy="2901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066165" algn="l"/>
                <a:tab pos="3693160" algn="l"/>
                <a:tab pos="5701665" algn="l"/>
                <a:tab pos="6563995" algn="l"/>
              </a:tabLst>
            </a:pPr>
            <a:r>
              <a:rPr sz="1600" spc="-50" dirty="0">
                <a:solidFill>
                  <a:srgbClr val="0E44F6"/>
                </a:solidFill>
                <a:latin typeface="Arial"/>
                <a:cs typeface="Arial"/>
              </a:rPr>
              <a:t>;</a:t>
            </a:r>
            <a:r>
              <a:rPr sz="1600" dirty="0">
                <a:solidFill>
                  <a:srgbClr val="0E44F6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44F6"/>
                </a:solidFill>
                <a:latin typeface="Arial"/>
                <a:cs typeface="Arial"/>
              </a:rPr>
              <a:t>;</a:t>
            </a:r>
            <a:r>
              <a:rPr sz="1600" dirty="0">
                <a:solidFill>
                  <a:srgbClr val="0E44F6"/>
                </a:solidFill>
                <a:latin typeface="Arial"/>
                <a:cs typeface="Arial"/>
              </a:rPr>
              <a:t>	</a:t>
            </a:r>
            <a:r>
              <a:rPr sz="1600" spc="-50" dirty="0">
                <a:solidFill>
                  <a:srgbClr val="0E44F6"/>
                </a:solidFill>
                <a:latin typeface="Arial"/>
                <a:cs typeface="Arial"/>
              </a:rPr>
              <a:t>;</a:t>
            </a:r>
            <a:r>
              <a:rPr sz="1600" dirty="0">
                <a:solidFill>
                  <a:srgbClr val="0E44F6"/>
                </a:solidFill>
                <a:latin typeface="Arial"/>
                <a:cs typeface="Arial"/>
              </a:rPr>
              <a:t>	</a:t>
            </a:r>
            <a:r>
              <a:rPr sz="1700" spc="-50" dirty="0">
                <a:solidFill>
                  <a:srgbClr val="0E44F6"/>
                </a:solidFill>
                <a:latin typeface="Times New Roman"/>
                <a:cs typeface="Times New Roman"/>
              </a:rPr>
              <a:t>;</a:t>
            </a:r>
            <a:r>
              <a:rPr sz="1700" dirty="0">
                <a:solidFill>
                  <a:srgbClr val="0E44F6"/>
                </a:solidFill>
                <a:latin typeface="Times New Roman"/>
                <a:cs typeface="Times New Roman"/>
              </a:rPr>
              <a:t>	</a:t>
            </a:r>
            <a:r>
              <a:rPr sz="1600" spc="-50" dirty="0">
                <a:solidFill>
                  <a:srgbClr val="0E44F6"/>
                </a:solidFill>
                <a:latin typeface="Arial"/>
                <a:cs typeface="Arial"/>
              </a:rPr>
              <a:t>;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908050" y="915456"/>
            <a:ext cx="10263505" cy="7061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1908175" algn="l"/>
                <a:tab pos="8914130" algn="l"/>
              </a:tabLst>
            </a:pPr>
            <a:r>
              <a:rPr spc="160" dirty="0"/>
              <a:t>BI</a:t>
            </a:r>
            <a:r>
              <a:rPr lang="hu-HU" spc="160" dirty="0"/>
              <a:t>ZTO</a:t>
            </a:r>
            <a:r>
              <a:rPr spc="285" dirty="0"/>
              <a:t>NS</a:t>
            </a:r>
            <a:r>
              <a:rPr lang="hu-HU" spc="285" dirty="0"/>
              <a:t>Á</a:t>
            </a:r>
            <a:r>
              <a:rPr spc="285" dirty="0"/>
              <a:t>G</a:t>
            </a:r>
            <a:r>
              <a:rPr spc="-345" dirty="0"/>
              <a:t> </a:t>
            </a:r>
            <a:r>
              <a:rPr lang="hu-HU" spc="55" dirty="0"/>
              <a:t>É</a:t>
            </a:r>
            <a:r>
              <a:rPr spc="55" dirty="0"/>
              <a:t>S</a:t>
            </a:r>
            <a:r>
              <a:rPr spc="-415" dirty="0"/>
              <a:t> </a:t>
            </a:r>
            <a:r>
              <a:rPr spc="305" dirty="0"/>
              <a:t>MEGB</a:t>
            </a:r>
            <a:r>
              <a:rPr lang="hu-HU" spc="305" dirty="0"/>
              <a:t>Í</a:t>
            </a:r>
            <a:r>
              <a:rPr spc="305" dirty="0"/>
              <a:t>ZHAT</a:t>
            </a:r>
            <a:r>
              <a:rPr lang="hu-HU" spc="305" dirty="0"/>
              <a:t>Ó</a:t>
            </a:r>
            <a:r>
              <a:rPr spc="254" dirty="0"/>
              <a:t>S</a:t>
            </a:r>
            <a:r>
              <a:rPr lang="hu-HU" spc="254" dirty="0"/>
              <a:t>Á</a:t>
            </a:r>
            <a:r>
              <a:rPr spc="254" dirty="0"/>
              <a:t>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636308" y="2885376"/>
            <a:ext cx="12090400" cy="166327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90"/>
              </a:spcBef>
            </a:pPr>
            <a:r>
              <a:rPr sz="2800" b="1" dirty="0">
                <a:solidFill>
                  <a:srgbClr val="1D2638"/>
                </a:solidFill>
                <a:latin typeface="Arial"/>
                <a:cs typeface="Arial"/>
              </a:rPr>
              <a:t>V</a:t>
            </a:r>
            <a:r>
              <a:rPr lang="hu-HU" sz="2800" b="1" dirty="0">
                <a:solidFill>
                  <a:srgbClr val="1D2638"/>
                </a:solidFill>
                <a:latin typeface="Arial"/>
                <a:cs typeface="Arial"/>
              </a:rPr>
              <a:t>é</a:t>
            </a:r>
            <a:r>
              <a:rPr sz="2800" b="1" dirty="0" err="1">
                <a:solidFill>
                  <a:srgbClr val="1D2638"/>
                </a:solidFill>
                <a:latin typeface="Arial"/>
                <a:cs typeface="Arial"/>
              </a:rPr>
              <a:t>delem</a:t>
            </a:r>
            <a:r>
              <a:rPr sz="2800" b="1" spc="-160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1D2638"/>
                </a:solidFill>
                <a:latin typeface="Arial"/>
                <a:cs typeface="Arial"/>
              </a:rPr>
              <a:t>a</a:t>
            </a:r>
            <a:r>
              <a:rPr sz="2800" b="1" spc="90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spc="60" dirty="0">
                <a:solidFill>
                  <a:srgbClr val="1D2638"/>
                </a:solidFill>
                <a:latin typeface="Arial"/>
                <a:cs typeface="Arial"/>
              </a:rPr>
              <a:t>t</a:t>
            </a:r>
            <a:r>
              <a:rPr lang="hu-HU" sz="2800" b="1" spc="60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60" dirty="0">
                <a:solidFill>
                  <a:srgbClr val="1D2638"/>
                </a:solidFill>
                <a:latin typeface="Arial"/>
                <a:cs typeface="Arial"/>
              </a:rPr>
              <a:t>mad</a:t>
            </a:r>
            <a:r>
              <a:rPr lang="hu-HU" sz="2800" b="1" spc="60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60" dirty="0" err="1">
                <a:solidFill>
                  <a:srgbClr val="1D2638"/>
                </a:solidFill>
                <a:latin typeface="Arial"/>
                <a:cs typeface="Arial"/>
              </a:rPr>
              <a:t>sok</a:t>
            </a:r>
            <a:r>
              <a:rPr sz="2800" b="1" spc="30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spc="-10" dirty="0">
                <a:solidFill>
                  <a:srgbClr val="1D2638"/>
                </a:solidFill>
                <a:latin typeface="Arial"/>
                <a:cs typeface="Arial"/>
              </a:rPr>
              <a:t>ellen</a:t>
            </a:r>
            <a:endParaRPr sz="2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840"/>
              </a:spcBef>
            </a:pPr>
            <a:r>
              <a:rPr sz="2800" b="1" dirty="0">
                <a:solidFill>
                  <a:srgbClr val="333F4F"/>
                </a:solidFill>
                <a:latin typeface="Arial"/>
                <a:cs typeface="Arial"/>
              </a:rPr>
              <a:t>SQL</a:t>
            </a:r>
            <a:r>
              <a:rPr sz="2800" b="1" spc="-4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b="1" spc="50" dirty="0">
                <a:solidFill>
                  <a:srgbClr val="333F4F"/>
                </a:solidFill>
                <a:latin typeface="Arial"/>
                <a:cs typeface="Arial"/>
              </a:rPr>
              <a:t>Injection:</a:t>
            </a:r>
            <a:r>
              <a:rPr sz="2800" b="1" spc="26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spc="-50" dirty="0">
                <a:solidFill>
                  <a:srgbClr val="333F4F"/>
                </a:solidFill>
                <a:latin typeface="Arial"/>
                <a:cs typeface="Arial"/>
              </a:rPr>
              <a:t>PDO</a:t>
            </a:r>
            <a:r>
              <a:rPr sz="2800" spc="24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spc="-40" dirty="0">
                <a:solidFill>
                  <a:srgbClr val="333F4F"/>
                </a:solidFill>
                <a:latin typeface="Arial"/>
                <a:cs typeface="Arial"/>
              </a:rPr>
              <a:t>(PHP</a:t>
            </a:r>
            <a:r>
              <a:rPr sz="2800" spc="19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Data</a:t>
            </a:r>
            <a:r>
              <a:rPr sz="2800" spc="13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Objects)</a:t>
            </a:r>
            <a:r>
              <a:rPr sz="2800" spc="27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haszn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lata</a:t>
            </a:r>
            <a:r>
              <a:rPr sz="2800" spc="17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el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ő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kesz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í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tett</a:t>
            </a:r>
            <a:r>
              <a:rPr sz="2800" spc="33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spc="55" dirty="0" err="1">
                <a:solidFill>
                  <a:srgbClr val="333F4F"/>
                </a:solidFill>
                <a:latin typeface="Arial"/>
                <a:cs typeface="Arial"/>
              </a:rPr>
              <a:t>lek</a:t>
            </a:r>
            <a:r>
              <a:rPr lang="hu-HU" sz="2800" spc="55" dirty="0">
                <a:solidFill>
                  <a:srgbClr val="333F4F"/>
                </a:solidFill>
                <a:latin typeface="Arial"/>
                <a:cs typeface="Arial"/>
              </a:rPr>
              <a:t>é</a:t>
            </a:r>
            <a:r>
              <a:rPr sz="2800" spc="55" dirty="0" err="1">
                <a:solidFill>
                  <a:srgbClr val="333F4F"/>
                </a:solidFill>
                <a:latin typeface="Arial"/>
                <a:cs typeface="Arial"/>
              </a:rPr>
              <a:t>rdez</a:t>
            </a:r>
            <a:r>
              <a:rPr lang="hu-HU" sz="2800" spc="55" dirty="0">
                <a:solidFill>
                  <a:srgbClr val="333F4F"/>
                </a:solidFill>
                <a:latin typeface="Arial"/>
                <a:cs typeface="Arial"/>
              </a:rPr>
              <a:t>é</a:t>
            </a:r>
            <a:r>
              <a:rPr sz="2800" spc="55" dirty="0" err="1">
                <a:solidFill>
                  <a:srgbClr val="333F4F"/>
                </a:solidFill>
                <a:latin typeface="Arial"/>
                <a:cs typeface="Arial"/>
              </a:rPr>
              <a:t>sekkel</a:t>
            </a:r>
            <a:r>
              <a:rPr sz="2800" spc="55" dirty="0">
                <a:solidFill>
                  <a:srgbClr val="333F4F"/>
                </a:solidFill>
                <a:latin typeface="Arial"/>
                <a:cs typeface="Arial"/>
              </a:rPr>
              <a:t>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28934" y="5728246"/>
            <a:ext cx="13178790" cy="166327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800" b="1" spc="65" dirty="0" err="1">
                <a:solidFill>
                  <a:srgbClr val="1D2638"/>
                </a:solidFill>
                <a:latin typeface="Arial"/>
                <a:cs typeface="Arial"/>
              </a:rPr>
              <a:t>Hozz</a:t>
            </a:r>
            <a:r>
              <a:rPr lang="hu-HU" sz="2800" b="1" spc="65" dirty="0">
                <a:solidFill>
                  <a:srgbClr val="1D2638"/>
                </a:solidFill>
                <a:latin typeface="Arial"/>
                <a:cs typeface="Arial"/>
              </a:rPr>
              <a:t>á</a:t>
            </a:r>
            <a:r>
              <a:rPr sz="2800" b="1" spc="65" dirty="0">
                <a:solidFill>
                  <a:srgbClr val="1D2638"/>
                </a:solidFill>
                <a:latin typeface="Arial"/>
                <a:cs typeface="Arial"/>
              </a:rPr>
              <a:t>f</a:t>
            </a:r>
            <a:r>
              <a:rPr lang="hu-HU" sz="2800" b="1" spc="65" dirty="0">
                <a:solidFill>
                  <a:srgbClr val="1D2638"/>
                </a:solidFill>
                <a:latin typeface="Arial"/>
                <a:cs typeface="Arial"/>
              </a:rPr>
              <a:t>é</a:t>
            </a:r>
            <a:r>
              <a:rPr sz="2800" b="1" spc="65" dirty="0">
                <a:solidFill>
                  <a:srgbClr val="1D2638"/>
                </a:solidFill>
                <a:latin typeface="Arial"/>
                <a:cs typeface="Arial"/>
              </a:rPr>
              <a:t>r</a:t>
            </a:r>
            <a:r>
              <a:rPr lang="hu-HU" sz="2800" b="1" spc="65" dirty="0">
                <a:solidFill>
                  <a:srgbClr val="1D2638"/>
                </a:solidFill>
                <a:latin typeface="Arial"/>
                <a:cs typeface="Arial"/>
              </a:rPr>
              <a:t>é</a:t>
            </a:r>
            <a:r>
              <a:rPr sz="2800" b="1" spc="65" dirty="0">
                <a:solidFill>
                  <a:srgbClr val="1D2638"/>
                </a:solidFill>
                <a:latin typeface="Arial"/>
                <a:cs typeface="Arial"/>
              </a:rPr>
              <a:t>s</a:t>
            </a:r>
            <a:r>
              <a:rPr sz="2800" b="1" spc="-85" dirty="0">
                <a:solidFill>
                  <a:srgbClr val="1D2638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1D2638"/>
                </a:solidFill>
                <a:latin typeface="Arial"/>
                <a:cs typeface="Arial"/>
              </a:rPr>
              <a:t>kezel</a:t>
            </a:r>
            <a:r>
              <a:rPr lang="hu-HU" sz="2800" b="1" spc="-10" dirty="0">
                <a:solidFill>
                  <a:srgbClr val="1D2638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1D2638"/>
                </a:solidFill>
                <a:latin typeface="Arial"/>
                <a:cs typeface="Arial"/>
              </a:rPr>
              <a:t>s</a:t>
            </a:r>
            <a:endParaRPr sz="2800" dirty="0">
              <a:latin typeface="Arial"/>
              <a:cs typeface="Arial"/>
            </a:endParaRPr>
          </a:p>
          <a:p>
            <a:pPr marL="19685">
              <a:lnSpc>
                <a:spcPct val="100000"/>
              </a:lnSpc>
              <a:spcBef>
                <a:spcPts val="2840"/>
              </a:spcBef>
            </a:pPr>
            <a:r>
              <a:rPr sz="2800" b="1" spc="80" dirty="0">
                <a:solidFill>
                  <a:srgbClr val="333F4F"/>
                </a:solidFill>
                <a:latin typeface="Arial"/>
                <a:cs typeface="Arial"/>
              </a:rPr>
              <a:t>Session-</a:t>
            </a:r>
            <a:r>
              <a:rPr sz="2800" b="1" spc="80" dirty="0" err="1">
                <a:solidFill>
                  <a:srgbClr val="333F4F"/>
                </a:solidFill>
                <a:latin typeface="Arial"/>
                <a:cs typeface="Arial"/>
              </a:rPr>
              <a:t>alap</a:t>
            </a:r>
            <a:r>
              <a:rPr lang="hu-HU" sz="2800" b="1" spc="80" dirty="0">
                <a:solidFill>
                  <a:srgbClr val="333F4F"/>
                </a:solidFill>
                <a:latin typeface="Arial"/>
                <a:cs typeface="Arial"/>
              </a:rPr>
              <a:t>ú</a:t>
            </a:r>
            <a:r>
              <a:rPr sz="2800" b="1" spc="17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b="1" spc="85" dirty="0" err="1">
                <a:solidFill>
                  <a:srgbClr val="333F4F"/>
                </a:solidFill>
                <a:latin typeface="Arial"/>
                <a:cs typeface="Arial"/>
              </a:rPr>
              <a:t>autentik</a:t>
            </a:r>
            <a:r>
              <a:rPr lang="hu-HU" sz="2800" b="1" spc="85" dirty="0">
                <a:solidFill>
                  <a:srgbClr val="333F4F"/>
                </a:solidFill>
                <a:latin typeface="Arial"/>
                <a:cs typeface="Arial"/>
              </a:rPr>
              <a:t>á</a:t>
            </a:r>
            <a:r>
              <a:rPr sz="2800" b="1" spc="85" dirty="0">
                <a:solidFill>
                  <a:srgbClr val="333F4F"/>
                </a:solidFill>
                <a:latin typeface="Arial"/>
                <a:cs typeface="Arial"/>
              </a:rPr>
              <a:t>ci</a:t>
            </a:r>
            <a:r>
              <a:rPr lang="hu-HU" sz="2800" b="1" spc="85" dirty="0">
                <a:solidFill>
                  <a:srgbClr val="333F4F"/>
                </a:solidFill>
                <a:latin typeface="Arial"/>
                <a:cs typeface="Arial"/>
              </a:rPr>
              <a:t>ó</a:t>
            </a:r>
            <a:r>
              <a:rPr sz="2800" b="1" spc="85" dirty="0">
                <a:solidFill>
                  <a:srgbClr val="333F4F"/>
                </a:solidFill>
                <a:latin typeface="Arial"/>
                <a:cs typeface="Arial"/>
              </a:rPr>
              <a:t>:</a:t>
            </a:r>
            <a:r>
              <a:rPr sz="2800" b="1" spc="38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Biztons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gos</a:t>
            </a:r>
            <a:r>
              <a:rPr sz="2800" spc="38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admin</a:t>
            </a:r>
            <a:r>
              <a:rPr sz="2800" spc="19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panel,</a:t>
            </a:r>
            <a:r>
              <a:rPr sz="2800" spc="33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jelsz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ó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-</a:t>
            </a:r>
            <a:r>
              <a:rPr sz="2800" spc="50" dirty="0">
                <a:solidFill>
                  <a:srgbClr val="333F4F"/>
                </a:solidFill>
                <a:latin typeface="Arial"/>
                <a:cs typeface="Arial"/>
              </a:rPr>
              <a:t>hash</a:t>
            </a:r>
            <a:r>
              <a:rPr sz="2800" spc="35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alap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ú</a:t>
            </a:r>
            <a:r>
              <a:rPr sz="2800" spc="17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spc="55" dirty="0" err="1">
                <a:solidFill>
                  <a:srgbClr val="333F4F"/>
                </a:solidFill>
                <a:latin typeface="Arial"/>
                <a:cs typeface="Arial"/>
              </a:rPr>
              <a:t>hiteles</a:t>
            </a:r>
            <a:r>
              <a:rPr lang="hu-HU" sz="2800" spc="55" dirty="0">
                <a:solidFill>
                  <a:srgbClr val="333F4F"/>
                </a:solidFill>
                <a:latin typeface="Arial"/>
                <a:cs typeface="Arial"/>
              </a:rPr>
              <a:t>í</a:t>
            </a:r>
            <a:r>
              <a:rPr sz="2800" spc="55" dirty="0">
                <a:solidFill>
                  <a:srgbClr val="333F4F"/>
                </a:solidFill>
                <a:latin typeface="Arial"/>
                <a:cs typeface="Arial"/>
              </a:rPr>
              <a:t>t</a:t>
            </a:r>
            <a:r>
              <a:rPr lang="hu-HU" sz="2800" spc="55" dirty="0">
                <a:solidFill>
                  <a:srgbClr val="333F4F"/>
                </a:solidFill>
                <a:latin typeface="Arial"/>
                <a:cs typeface="Arial"/>
              </a:rPr>
              <a:t>é</a:t>
            </a:r>
            <a:r>
              <a:rPr sz="2800" spc="55" dirty="0" err="1">
                <a:solidFill>
                  <a:srgbClr val="333F4F"/>
                </a:solidFill>
                <a:latin typeface="Arial"/>
                <a:cs typeface="Arial"/>
              </a:rPr>
              <a:t>ssel</a:t>
            </a:r>
            <a:r>
              <a:rPr sz="2800" spc="55" dirty="0">
                <a:solidFill>
                  <a:srgbClr val="333F4F"/>
                </a:solidFill>
                <a:latin typeface="Arial"/>
                <a:cs typeface="Arial"/>
              </a:rPr>
              <a:t>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632666" y="8563238"/>
            <a:ext cx="12153900" cy="1663276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0"/>
              </a:spcBef>
            </a:pPr>
            <a:r>
              <a:rPr sz="2800" b="1" spc="-10" dirty="0" err="1">
                <a:solidFill>
                  <a:srgbClr val="1D2638"/>
                </a:solidFill>
                <a:latin typeface="Arial"/>
                <a:cs typeface="Arial"/>
              </a:rPr>
              <a:t>Hibaellen</a:t>
            </a:r>
            <a:r>
              <a:rPr lang="hu-HU" sz="2800" b="1" spc="-10" dirty="0">
                <a:solidFill>
                  <a:srgbClr val="1D2638"/>
                </a:solidFill>
                <a:latin typeface="Arial"/>
                <a:cs typeface="Arial"/>
              </a:rPr>
              <a:t>ő</a:t>
            </a:r>
            <a:r>
              <a:rPr sz="2800" b="1" spc="-10" dirty="0" err="1">
                <a:solidFill>
                  <a:srgbClr val="1D2638"/>
                </a:solidFill>
                <a:latin typeface="Arial"/>
                <a:cs typeface="Arial"/>
              </a:rPr>
              <a:t>rz</a:t>
            </a:r>
            <a:r>
              <a:rPr lang="hu-HU" sz="2800" b="1" spc="-10" dirty="0">
                <a:solidFill>
                  <a:srgbClr val="1D2638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1D2638"/>
                </a:solidFill>
                <a:latin typeface="Arial"/>
                <a:cs typeface="Arial"/>
              </a:rPr>
              <a:t>s</a:t>
            </a:r>
            <a:endParaRPr sz="28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780"/>
              </a:spcBef>
            </a:pPr>
            <a:r>
              <a:rPr sz="2800" b="1" spc="95" dirty="0">
                <a:solidFill>
                  <a:srgbClr val="333F4F"/>
                </a:solidFill>
                <a:latin typeface="Arial"/>
                <a:cs typeface="Arial"/>
              </a:rPr>
              <a:t>Debug</a:t>
            </a:r>
            <a:r>
              <a:rPr sz="2800" b="1" spc="17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b="1" spc="80" dirty="0">
                <a:solidFill>
                  <a:srgbClr val="333F4F"/>
                </a:solidFill>
                <a:latin typeface="Arial"/>
                <a:cs typeface="Arial"/>
              </a:rPr>
              <a:t>logok:</a:t>
            </a:r>
            <a:r>
              <a:rPr sz="2800" b="1" spc="33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Az</a:t>
            </a:r>
            <a:r>
              <a:rPr sz="2800" spc="204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import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á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l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si</a:t>
            </a:r>
            <a:r>
              <a:rPr sz="2800" spc="35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folyamatok</a:t>
            </a:r>
            <a:r>
              <a:rPr sz="2800" spc="44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spc="65" dirty="0">
                <a:solidFill>
                  <a:srgbClr val="333F4F"/>
                </a:solidFill>
                <a:latin typeface="Arial"/>
                <a:cs typeface="Arial"/>
              </a:rPr>
              <a:t>r</a:t>
            </a:r>
            <a:r>
              <a:rPr lang="hu-HU" sz="2800" spc="65" dirty="0">
                <a:solidFill>
                  <a:srgbClr val="333F4F"/>
                </a:solidFill>
                <a:latin typeface="Arial"/>
                <a:cs typeface="Arial"/>
              </a:rPr>
              <a:t>é</a:t>
            </a:r>
            <a:r>
              <a:rPr sz="2800" spc="65" dirty="0" err="1">
                <a:solidFill>
                  <a:srgbClr val="333F4F"/>
                </a:solidFill>
                <a:latin typeface="Arial"/>
                <a:cs typeface="Arial"/>
              </a:rPr>
              <a:t>szletes</a:t>
            </a:r>
            <a:r>
              <a:rPr sz="2800" spc="350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napl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ó</a:t>
            </a:r>
            <a:r>
              <a:rPr sz="2800" dirty="0">
                <a:solidFill>
                  <a:srgbClr val="333F4F"/>
                </a:solidFill>
                <a:latin typeface="Arial"/>
                <a:cs typeface="Arial"/>
              </a:rPr>
              <a:t>z</a:t>
            </a:r>
            <a:r>
              <a:rPr lang="hu-HU" sz="2800" dirty="0">
                <a:solidFill>
                  <a:srgbClr val="333F4F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33F4F"/>
                </a:solidFill>
                <a:latin typeface="Arial"/>
                <a:cs typeface="Arial"/>
              </a:rPr>
              <a:t>sa</a:t>
            </a:r>
            <a:r>
              <a:rPr sz="2800" spc="445" dirty="0">
                <a:solidFill>
                  <a:srgbClr val="333F4F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33F4F"/>
                </a:solidFill>
                <a:latin typeface="Arial"/>
                <a:cs typeface="Arial"/>
              </a:rPr>
              <a:t>(import_debug.log).</a:t>
            </a: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33369" y="3972868"/>
            <a:ext cx="1274200" cy="381148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74990" y="4807616"/>
            <a:ext cx="1274200" cy="297674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777850" y="4258722"/>
            <a:ext cx="1274200" cy="360674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790236" y="3825248"/>
            <a:ext cx="1258469" cy="423673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803773" y="1056981"/>
            <a:ext cx="9372600" cy="938076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552450">
              <a:lnSpc>
                <a:spcPts val="2115"/>
              </a:lnSpc>
              <a:spcBef>
                <a:spcPts val="114"/>
              </a:spcBef>
              <a:tabLst>
                <a:tab pos="4639945" algn="l"/>
              </a:tabLst>
            </a:pPr>
            <a:endParaRPr sz="1650" dirty="0">
              <a:latin typeface="Arial"/>
              <a:cs typeface="Arial"/>
            </a:endParaRPr>
          </a:p>
          <a:p>
            <a:pPr marL="12700">
              <a:lnSpc>
                <a:spcPts val="5055"/>
              </a:lnSpc>
              <a:tabLst>
                <a:tab pos="3298825" algn="l"/>
              </a:tabLst>
            </a:pPr>
            <a:r>
              <a:rPr lang="hu-HU" sz="4450" b="1" spc="265" dirty="0">
                <a:solidFill>
                  <a:srgbClr val="0F42F2"/>
                </a:solidFill>
                <a:latin typeface="Arial"/>
                <a:cs typeface="Arial"/>
              </a:rPr>
              <a:t>MÉ</a:t>
            </a:r>
            <a:r>
              <a:rPr sz="4450" b="1" spc="265" dirty="0">
                <a:solidFill>
                  <a:srgbClr val="0F42F2"/>
                </a:solidFill>
                <a:latin typeface="Arial"/>
                <a:cs typeface="Arial"/>
              </a:rPr>
              <a:t>RHET</a:t>
            </a:r>
            <a:r>
              <a:rPr lang="hu-HU" sz="4450" b="1" spc="265" dirty="0">
                <a:solidFill>
                  <a:srgbClr val="0F42F2"/>
                </a:solidFill>
                <a:latin typeface="Arial"/>
                <a:cs typeface="Arial"/>
              </a:rPr>
              <a:t>Ő HATÉKONYSÁG</a:t>
            </a:r>
            <a:endParaRPr sz="445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83131" y="3520355"/>
            <a:ext cx="574675" cy="3282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950" b="1" spc="100" dirty="0">
                <a:solidFill>
                  <a:srgbClr val="0F42F2"/>
                </a:solidFill>
                <a:latin typeface="Arial"/>
                <a:cs typeface="Arial"/>
              </a:rPr>
              <a:t>95%</a:t>
            </a:r>
            <a:endParaRPr sz="195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21395" y="4330292"/>
            <a:ext cx="584835" cy="3282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950" b="1" spc="125" dirty="0">
                <a:solidFill>
                  <a:srgbClr val="0F42F2"/>
                </a:solidFill>
                <a:latin typeface="Arial"/>
                <a:cs typeface="Arial"/>
              </a:rPr>
              <a:t>70%</a:t>
            </a:r>
            <a:endParaRPr sz="19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124506" y="3781398"/>
            <a:ext cx="584835" cy="3282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950" b="1" spc="125" dirty="0">
                <a:solidFill>
                  <a:srgbClr val="0F42F2"/>
                </a:solidFill>
                <a:latin typeface="Arial"/>
                <a:cs typeface="Arial"/>
              </a:rPr>
              <a:t>85%</a:t>
            </a:r>
            <a:endParaRPr sz="19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040806" y="3347924"/>
            <a:ext cx="739775" cy="3282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950" b="1" spc="125" dirty="0">
                <a:solidFill>
                  <a:srgbClr val="0F42F2"/>
                </a:solidFill>
                <a:latin typeface="Arial"/>
                <a:cs typeface="Arial"/>
              </a:rPr>
              <a:t>100%</a:t>
            </a:r>
            <a:endParaRPr sz="19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994634" y="8079817"/>
            <a:ext cx="2895600" cy="876521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1986914" algn="l"/>
                <a:tab pos="11721465" algn="l"/>
              </a:tabLst>
            </a:pPr>
            <a:r>
              <a:rPr sz="2800" b="1" spc="-10" dirty="0">
                <a:solidFill>
                  <a:srgbClr val="08050C"/>
                </a:solidFill>
                <a:latin typeface="Arial"/>
                <a:cs typeface="Arial"/>
              </a:rPr>
              <a:t>Pap</a:t>
            </a:r>
            <a:r>
              <a:rPr lang="hu-HU" sz="2800" b="1" spc="-10" dirty="0">
                <a:solidFill>
                  <a:srgbClr val="08050C"/>
                </a:solidFill>
                <a:latin typeface="Arial"/>
                <a:cs typeface="Arial"/>
              </a:rPr>
              <a:t>í</a:t>
            </a:r>
            <a:r>
              <a:rPr sz="2800" b="1" spc="-10" dirty="0" err="1">
                <a:solidFill>
                  <a:srgbClr val="08050C"/>
                </a:solidFill>
                <a:latin typeface="Arial"/>
                <a:cs typeface="Arial"/>
              </a:rPr>
              <a:t>rmentess</a:t>
            </a:r>
            <a:r>
              <a:rPr lang="hu-HU" sz="2800" b="1" spc="-10" dirty="0">
                <a:solidFill>
                  <a:srgbClr val="08050C"/>
                </a:solidFill>
                <a:latin typeface="Arial"/>
                <a:cs typeface="Arial"/>
              </a:rPr>
              <a:t>é</a:t>
            </a:r>
            <a:r>
              <a:rPr sz="2800" b="1" spc="-10" dirty="0">
                <a:solidFill>
                  <a:srgbClr val="08050C"/>
                </a:solidFill>
                <a:latin typeface="Arial"/>
                <a:cs typeface="Arial"/>
              </a:rPr>
              <a:t>g</a:t>
            </a:r>
            <a:r>
              <a:rPr sz="2800" b="1" dirty="0">
                <a:solidFill>
                  <a:srgbClr val="08050C"/>
                </a:solidFill>
                <a:latin typeface="Arial"/>
                <a:cs typeface="Arial"/>
              </a:rPr>
              <a:t>	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289050" y="9972003"/>
            <a:ext cx="13370560" cy="41338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550" i="1" dirty="0">
                <a:solidFill>
                  <a:srgbClr val="677282"/>
                </a:solidFill>
                <a:latin typeface="Arial"/>
                <a:cs typeface="Arial"/>
              </a:rPr>
              <a:t>A</a:t>
            </a:r>
            <a:r>
              <a:rPr sz="2550" i="1" spc="140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spc="-125" dirty="0">
                <a:solidFill>
                  <a:srgbClr val="677282"/>
                </a:solidFill>
                <a:latin typeface="Arial"/>
                <a:cs typeface="Arial"/>
              </a:rPr>
              <a:t>FELVEO</a:t>
            </a:r>
            <a:r>
              <a:rPr sz="2550" i="1" spc="110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dirty="0" err="1">
                <a:solidFill>
                  <a:srgbClr val="677282"/>
                </a:solidFill>
                <a:latin typeface="Arial"/>
                <a:cs typeface="Arial"/>
              </a:rPr>
              <a:t>haszn</a:t>
            </a:r>
            <a:r>
              <a:rPr lang="hu-HU" sz="2550" i="1" dirty="0">
                <a:solidFill>
                  <a:srgbClr val="677282"/>
                </a:solidFill>
                <a:latin typeface="Arial"/>
                <a:cs typeface="Arial"/>
              </a:rPr>
              <a:t>á</a:t>
            </a:r>
            <a:r>
              <a:rPr sz="2550" i="1" dirty="0" err="1">
                <a:solidFill>
                  <a:srgbClr val="677282"/>
                </a:solidFill>
                <a:latin typeface="Arial"/>
                <a:cs typeface="Arial"/>
              </a:rPr>
              <a:t>lat</a:t>
            </a:r>
            <a:r>
              <a:rPr lang="hu-HU" sz="2550" i="1" dirty="0">
                <a:solidFill>
                  <a:srgbClr val="677282"/>
                </a:solidFill>
                <a:latin typeface="Arial"/>
                <a:cs typeface="Arial"/>
              </a:rPr>
              <a:t>á</a:t>
            </a:r>
            <a:r>
              <a:rPr sz="2550" i="1" dirty="0" err="1">
                <a:solidFill>
                  <a:srgbClr val="677282"/>
                </a:solidFill>
                <a:latin typeface="Arial"/>
                <a:cs typeface="Arial"/>
              </a:rPr>
              <a:t>val</a:t>
            </a:r>
            <a:r>
              <a:rPr sz="2550" i="1" spc="229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spc="80" dirty="0">
                <a:solidFill>
                  <a:srgbClr val="677282"/>
                </a:solidFill>
                <a:latin typeface="Arial"/>
                <a:cs typeface="Arial"/>
              </a:rPr>
              <a:t>az</a:t>
            </a:r>
            <a:r>
              <a:rPr sz="2550" i="1" spc="95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dirty="0" err="1">
                <a:solidFill>
                  <a:srgbClr val="677282"/>
                </a:solidFill>
                <a:latin typeface="Arial"/>
                <a:cs typeface="Arial"/>
              </a:rPr>
              <a:t>iskolai</a:t>
            </a:r>
            <a:r>
              <a:rPr sz="2550" i="1" spc="80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spc="65" dirty="0" err="1">
                <a:solidFill>
                  <a:srgbClr val="677282"/>
                </a:solidFill>
                <a:latin typeface="Arial"/>
                <a:cs typeface="Arial"/>
              </a:rPr>
              <a:t>adminisztr</a:t>
            </a:r>
            <a:r>
              <a:rPr lang="hu-HU" sz="2550" i="1" spc="65" dirty="0">
                <a:solidFill>
                  <a:srgbClr val="677282"/>
                </a:solidFill>
                <a:latin typeface="Arial"/>
                <a:cs typeface="Arial"/>
              </a:rPr>
              <a:t>á</a:t>
            </a:r>
            <a:r>
              <a:rPr sz="2550" i="1" spc="65" dirty="0">
                <a:solidFill>
                  <a:srgbClr val="677282"/>
                </a:solidFill>
                <a:latin typeface="Arial"/>
                <a:cs typeface="Arial"/>
              </a:rPr>
              <a:t>ci</a:t>
            </a:r>
            <a:r>
              <a:rPr lang="hu-HU" sz="2550" i="1" spc="65" dirty="0">
                <a:solidFill>
                  <a:srgbClr val="677282"/>
                </a:solidFill>
                <a:latin typeface="Arial"/>
                <a:cs typeface="Arial"/>
              </a:rPr>
              <a:t>ó</a:t>
            </a:r>
            <a:r>
              <a:rPr sz="2550" i="1" spc="100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spc="105" dirty="0">
                <a:solidFill>
                  <a:srgbClr val="677282"/>
                </a:solidFill>
                <a:latin typeface="Arial"/>
                <a:cs typeface="Arial"/>
              </a:rPr>
              <a:t>t</a:t>
            </a:r>
            <a:r>
              <a:rPr lang="hu-HU" sz="2550" i="1" spc="105" dirty="0">
                <a:solidFill>
                  <a:srgbClr val="677282"/>
                </a:solidFill>
                <a:latin typeface="Arial"/>
                <a:cs typeface="Arial"/>
              </a:rPr>
              <a:t>ö</a:t>
            </a:r>
            <a:r>
              <a:rPr sz="2550" i="1" spc="105" dirty="0">
                <a:solidFill>
                  <a:srgbClr val="677282"/>
                </a:solidFill>
                <a:latin typeface="Arial"/>
                <a:cs typeface="Arial"/>
              </a:rPr>
              <a:t>bb</a:t>
            </a:r>
            <a:r>
              <a:rPr sz="2550" i="1" spc="25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spc="65" dirty="0">
                <a:solidFill>
                  <a:srgbClr val="677282"/>
                </a:solidFill>
                <a:latin typeface="Arial"/>
                <a:cs typeface="Arial"/>
              </a:rPr>
              <a:t>mint</a:t>
            </a:r>
            <a:r>
              <a:rPr sz="2550" i="1" spc="250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dirty="0">
                <a:solidFill>
                  <a:srgbClr val="677282"/>
                </a:solidFill>
                <a:latin typeface="Arial"/>
                <a:cs typeface="Arial"/>
              </a:rPr>
              <a:t>k</a:t>
            </a:r>
            <a:r>
              <a:rPr lang="hu-HU" sz="2550" i="1" dirty="0">
                <a:solidFill>
                  <a:srgbClr val="677282"/>
                </a:solidFill>
                <a:latin typeface="Arial"/>
                <a:cs typeface="Arial"/>
              </a:rPr>
              <a:t>é</a:t>
            </a:r>
            <a:r>
              <a:rPr sz="2550" i="1" dirty="0" err="1">
                <a:solidFill>
                  <a:srgbClr val="677282"/>
                </a:solidFill>
                <a:latin typeface="Arial"/>
                <a:cs typeface="Arial"/>
              </a:rPr>
              <a:t>tharmada</a:t>
            </a:r>
            <a:r>
              <a:rPr sz="2550" i="1" spc="350" dirty="0">
                <a:solidFill>
                  <a:srgbClr val="677282"/>
                </a:solidFill>
                <a:latin typeface="Arial"/>
                <a:cs typeface="Arial"/>
              </a:rPr>
              <a:t> </a:t>
            </a:r>
            <a:r>
              <a:rPr sz="2550" i="1" spc="-10" dirty="0" err="1">
                <a:solidFill>
                  <a:srgbClr val="677282"/>
                </a:solidFill>
                <a:latin typeface="Arial"/>
                <a:cs typeface="Arial"/>
              </a:rPr>
              <a:t>automatiz</a:t>
            </a:r>
            <a:r>
              <a:rPr lang="hu-HU" sz="2550" i="1" spc="-10" dirty="0">
                <a:solidFill>
                  <a:srgbClr val="677282"/>
                </a:solidFill>
                <a:latin typeface="Arial"/>
                <a:cs typeface="Arial"/>
              </a:rPr>
              <a:t>á</a:t>
            </a:r>
            <a:r>
              <a:rPr sz="2550" i="1" spc="-10" dirty="0" err="1">
                <a:solidFill>
                  <a:srgbClr val="677282"/>
                </a:solidFill>
                <a:latin typeface="Arial"/>
                <a:cs typeface="Arial"/>
              </a:rPr>
              <a:t>lhat</a:t>
            </a:r>
            <a:r>
              <a:rPr lang="hu-HU" sz="2550" i="1" spc="-10" dirty="0">
                <a:solidFill>
                  <a:srgbClr val="677282"/>
                </a:solidFill>
                <a:latin typeface="Arial"/>
                <a:cs typeface="Arial"/>
              </a:rPr>
              <a:t>ó</a:t>
            </a:r>
            <a:r>
              <a:rPr sz="2550" i="1" spc="-10" dirty="0">
                <a:solidFill>
                  <a:srgbClr val="677282"/>
                </a:solidFill>
                <a:latin typeface="Arial"/>
                <a:cs typeface="Arial"/>
              </a:rPr>
              <a:t>.</a:t>
            </a:r>
            <a:endParaRPr sz="2550" dirty="0">
              <a:latin typeface="Arial"/>
              <a:cs typeface="Arial"/>
            </a:endParaRP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8827C1C-FCF7-437C-9446-F82FB00767CF}"/>
              </a:ext>
            </a:extLst>
          </p:cNvPr>
          <p:cNvSpPr txBox="1"/>
          <p:nvPr/>
        </p:nvSpPr>
        <p:spPr>
          <a:xfrm>
            <a:off x="8337599" y="8039184"/>
            <a:ext cx="24240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latin typeface="Arial" panose="020B0604020202020204" pitchFamily="34" charset="0"/>
                <a:cs typeface="Arial" panose="020B0604020202020204" pitchFamily="34" charset="0"/>
              </a:rPr>
              <a:t>Elégedettség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4DDD10B5-41AA-49E8-878F-306E59823872}"/>
              </a:ext>
            </a:extLst>
          </p:cNvPr>
          <p:cNvSpPr txBox="1"/>
          <p:nvPr/>
        </p:nvSpPr>
        <p:spPr>
          <a:xfrm>
            <a:off x="4005427" y="8031677"/>
            <a:ext cx="40991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latin typeface="Arial" panose="020B0604020202020204" pitchFamily="34" charset="0"/>
                <a:cs typeface="Arial" panose="020B0604020202020204" pitchFamily="34" charset="0"/>
              </a:rPr>
              <a:t>Szülői Időmegtakarítás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C7B0585-C858-4816-B9B4-5951DDF3F157}"/>
              </a:ext>
            </a:extLst>
          </p:cNvPr>
          <p:cNvSpPr txBox="1"/>
          <p:nvPr/>
        </p:nvSpPr>
        <p:spPr>
          <a:xfrm>
            <a:off x="968481" y="7994858"/>
            <a:ext cx="28039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latin typeface="Arial" panose="020B0604020202020204" pitchFamily="34" charset="0"/>
                <a:cs typeface="Arial" panose="020B0604020202020204" pitchFamily="34" charset="0"/>
              </a:rPr>
              <a:t>Adatpontosság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86873" y="3181575"/>
            <a:ext cx="2705709" cy="94499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64415" y="4205325"/>
            <a:ext cx="550580" cy="17324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310495" y="4536074"/>
            <a:ext cx="5442880" cy="1291496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95874" y="6347319"/>
            <a:ext cx="125846" cy="36224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404882" y="6347319"/>
            <a:ext cx="314617" cy="29924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5196021" y="7890815"/>
            <a:ext cx="928121" cy="18899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171329" y="4221075"/>
            <a:ext cx="723619" cy="14174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879222" y="5323572"/>
            <a:ext cx="1604549" cy="9449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5196021" y="8331814"/>
            <a:ext cx="928121" cy="11024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7964655" y="8457813"/>
            <a:ext cx="692158" cy="503998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10476754" y="3339075"/>
            <a:ext cx="0" cy="2520315"/>
          </a:xfrm>
          <a:custGeom>
            <a:avLst/>
            <a:gdLst/>
            <a:ahLst/>
            <a:cxnLst/>
            <a:rect l="l" t="t" r="r" b="b"/>
            <a:pathLst>
              <a:path h="2520315">
                <a:moveTo>
                  <a:pt x="0" y="2519993"/>
                </a:moveTo>
                <a:lnTo>
                  <a:pt x="0" y="0"/>
                </a:lnTo>
              </a:path>
            </a:pathLst>
          </a:custGeom>
          <a:ln w="157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0885756" y="4126573"/>
            <a:ext cx="0" cy="1858645"/>
          </a:xfrm>
          <a:custGeom>
            <a:avLst/>
            <a:gdLst/>
            <a:ahLst/>
            <a:cxnLst/>
            <a:rect l="l" t="t" r="r" b="b"/>
            <a:pathLst>
              <a:path h="1858645">
                <a:moveTo>
                  <a:pt x="0" y="1858495"/>
                </a:moveTo>
                <a:lnTo>
                  <a:pt x="0" y="0"/>
                </a:lnTo>
              </a:path>
            </a:pathLst>
          </a:custGeom>
          <a:ln w="786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6053344" y="9024811"/>
            <a:ext cx="0" cy="661670"/>
          </a:xfrm>
          <a:custGeom>
            <a:avLst/>
            <a:gdLst/>
            <a:ahLst/>
            <a:cxnLst/>
            <a:rect l="l" t="t" r="r" b="b"/>
            <a:pathLst>
              <a:path h="661670">
                <a:moveTo>
                  <a:pt x="0" y="661498"/>
                </a:moveTo>
                <a:lnTo>
                  <a:pt x="0" y="0"/>
                </a:lnTo>
              </a:path>
            </a:pathLst>
          </a:custGeom>
          <a:ln w="157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3764504" y="8426312"/>
            <a:ext cx="1101725" cy="0"/>
          </a:xfrm>
          <a:custGeom>
            <a:avLst/>
            <a:gdLst/>
            <a:ahLst/>
            <a:cxnLst/>
            <a:rect l="l" t="t" r="r" b="b"/>
            <a:pathLst>
              <a:path w="1101725">
                <a:moveTo>
                  <a:pt x="0" y="0"/>
                </a:moveTo>
                <a:lnTo>
                  <a:pt x="1101160" y="0"/>
                </a:lnTo>
              </a:path>
            </a:pathLst>
          </a:custGeom>
          <a:ln w="7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901487" y="8930311"/>
            <a:ext cx="299085" cy="0"/>
          </a:xfrm>
          <a:custGeom>
            <a:avLst/>
            <a:gdLst/>
            <a:ahLst/>
            <a:cxnLst/>
            <a:rect l="l" t="t" r="r" b="b"/>
            <a:pathLst>
              <a:path w="299084">
                <a:moveTo>
                  <a:pt x="0" y="0"/>
                </a:moveTo>
                <a:lnTo>
                  <a:pt x="298886" y="0"/>
                </a:lnTo>
              </a:path>
            </a:pathLst>
          </a:custGeom>
          <a:ln w="7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3056615" y="8938186"/>
            <a:ext cx="1809114" cy="0"/>
          </a:xfrm>
          <a:custGeom>
            <a:avLst/>
            <a:gdLst/>
            <a:ahLst/>
            <a:cxnLst/>
            <a:rect l="l" t="t" r="r" b="b"/>
            <a:pathLst>
              <a:path w="1809115">
                <a:moveTo>
                  <a:pt x="0" y="0"/>
                </a:moveTo>
                <a:lnTo>
                  <a:pt x="1809049" y="0"/>
                </a:lnTo>
              </a:path>
            </a:pathLst>
          </a:custGeom>
          <a:ln w="7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1428471" y="6363067"/>
            <a:ext cx="0" cy="173355"/>
          </a:xfrm>
          <a:custGeom>
            <a:avLst/>
            <a:gdLst/>
            <a:ahLst/>
            <a:cxnLst/>
            <a:rect l="l" t="t" r="r" b="b"/>
            <a:pathLst>
              <a:path h="173354">
                <a:moveTo>
                  <a:pt x="0" y="173249"/>
                </a:moveTo>
                <a:lnTo>
                  <a:pt x="0" y="0"/>
                </a:lnTo>
              </a:path>
            </a:pathLst>
          </a:custGeom>
          <a:ln w="23596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1672299" y="6355193"/>
            <a:ext cx="0" cy="181610"/>
          </a:xfrm>
          <a:custGeom>
            <a:avLst/>
            <a:gdLst/>
            <a:ahLst/>
            <a:cxnLst/>
            <a:rect l="l" t="t" r="r" b="b"/>
            <a:pathLst>
              <a:path h="181609">
                <a:moveTo>
                  <a:pt x="0" y="181124"/>
                </a:moveTo>
                <a:lnTo>
                  <a:pt x="0" y="0"/>
                </a:lnTo>
              </a:path>
            </a:pathLst>
          </a:custGeom>
          <a:ln w="23596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1428471" y="6536317"/>
            <a:ext cx="0" cy="181610"/>
          </a:xfrm>
          <a:custGeom>
            <a:avLst/>
            <a:gdLst/>
            <a:ahLst/>
            <a:cxnLst/>
            <a:rect l="l" t="t" r="r" b="b"/>
            <a:pathLst>
              <a:path h="181609">
                <a:moveTo>
                  <a:pt x="0" y="181124"/>
                </a:moveTo>
                <a:lnTo>
                  <a:pt x="0" y="0"/>
                </a:lnTo>
              </a:path>
            </a:pathLst>
          </a:custGeom>
          <a:ln w="786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1672299" y="6536317"/>
            <a:ext cx="0" cy="181610"/>
          </a:xfrm>
          <a:custGeom>
            <a:avLst/>
            <a:gdLst/>
            <a:ahLst/>
            <a:cxnLst/>
            <a:rect l="l" t="t" r="r" b="b"/>
            <a:pathLst>
              <a:path h="181609">
                <a:moveTo>
                  <a:pt x="0" y="181124"/>
                </a:moveTo>
                <a:lnTo>
                  <a:pt x="0" y="0"/>
                </a:lnTo>
              </a:path>
            </a:pathLst>
          </a:custGeom>
          <a:ln w="157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4787010" y="7095441"/>
            <a:ext cx="605790" cy="0"/>
          </a:xfrm>
          <a:custGeom>
            <a:avLst/>
            <a:gdLst/>
            <a:ahLst/>
            <a:cxnLst/>
            <a:rect l="l" t="t" r="r" b="b"/>
            <a:pathLst>
              <a:path w="605790">
                <a:moveTo>
                  <a:pt x="0" y="0"/>
                </a:moveTo>
                <a:lnTo>
                  <a:pt x="605638" y="0"/>
                </a:lnTo>
              </a:path>
            </a:pathLst>
          </a:custGeom>
          <a:ln w="78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3662254" y="7882938"/>
            <a:ext cx="448945" cy="0"/>
          </a:xfrm>
          <a:custGeom>
            <a:avLst/>
            <a:gdLst/>
            <a:ahLst/>
            <a:cxnLst/>
            <a:rect l="l" t="t" r="r" b="b"/>
            <a:pathLst>
              <a:path w="448944">
                <a:moveTo>
                  <a:pt x="0" y="0"/>
                </a:moveTo>
                <a:lnTo>
                  <a:pt x="448329" y="0"/>
                </a:lnTo>
              </a:path>
            </a:pathLst>
          </a:custGeom>
          <a:ln w="3937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1082404" y="3512191"/>
            <a:ext cx="3939316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spc="50" dirty="0">
                <a:solidFill>
                  <a:srgbClr val="0F1526"/>
                </a:solidFill>
                <a:latin typeface="Arial"/>
                <a:cs typeface="Arial"/>
              </a:rPr>
              <a:t>Mi</a:t>
            </a:r>
            <a:r>
              <a:rPr lang="hu-HU" sz="2800" b="1" spc="50" dirty="0">
                <a:solidFill>
                  <a:srgbClr val="0F1526"/>
                </a:solidFill>
                <a:latin typeface="Arial"/>
                <a:cs typeface="Arial"/>
              </a:rPr>
              <a:t>é</a:t>
            </a:r>
            <a:r>
              <a:rPr sz="2800" b="1" spc="50" dirty="0">
                <a:solidFill>
                  <a:srgbClr val="0F1526"/>
                </a:solidFill>
                <a:latin typeface="Arial"/>
                <a:cs typeface="Arial"/>
              </a:rPr>
              <a:t>rt</a:t>
            </a:r>
            <a:r>
              <a:rPr sz="2800" b="1" spc="-240" dirty="0">
                <a:solidFill>
                  <a:srgbClr val="0F1526"/>
                </a:solidFill>
                <a:latin typeface="Arial"/>
                <a:cs typeface="Arial"/>
              </a:rPr>
              <a:t> </a:t>
            </a:r>
            <a:r>
              <a:rPr sz="2800" b="1" spc="-70" dirty="0">
                <a:solidFill>
                  <a:srgbClr val="0F1526"/>
                </a:solidFill>
                <a:latin typeface="Arial"/>
                <a:cs typeface="Arial"/>
              </a:rPr>
              <a:t>m</a:t>
            </a:r>
            <a:r>
              <a:rPr lang="hu-HU" sz="2800" b="1" spc="-70" dirty="0">
                <a:solidFill>
                  <a:srgbClr val="0F1526"/>
                </a:solidFill>
                <a:latin typeface="Arial"/>
                <a:cs typeface="Arial"/>
              </a:rPr>
              <a:t>á</a:t>
            </a:r>
            <a:r>
              <a:rPr sz="2800" b="1" spc="-70" dirty="0">
                <a:solidFill>
                  <a:srgbClr val="0F1526"/>
                </a:solidFill>
                <a:latin typeface="Arial"/>
                <a:cs typeface="Arial"/>
              </a:rPr>
              <a:t>s</a:t>
            </a:r>
            <a:r>
              <a:rPr sz="2800" b="1" spc="-185" dirty="0">
                <a:solidFill>
                  <a:srgbClr val="0F1526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0F1526"/>
                </a:solidFill>
                <a:latin typeface="Arial"/>
                <a:cs typeface="Arial"/>
              </a:rPr>
              <a:t>a</a:t>
            </a:r>
            <a:r>
              <a:rPr sz="2800" b="1" spc="215" dirty="0">
                <a:solidFill>
                  <a:srgbClr val="0F1526"/>
                </a:solidFill>
                <a:latin typeface="Arial"/>
                <a:cs typeface="Arial"/>
              </a:rPr>
              <a:t> </a:t>
            </a:r>
            <a:r>
              <a:rPr sz="2800" b="1" spc="-55" dirty="0">
                <a:solidFill>
                  <a:srgbClr val="0F1526"/>
                </a:solidFill>
                <a:latin typeface="Arial"/>
                <a:cs typeface="Arial"/>
              </a:rPr>
              <a:t>FELVEO?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84325" y="4344238"/>
            <a:ext cx="7967980" cy="1540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21600"/>
              </a:lnSpc>
              <a:spcBef>
                <a:spcPts val="100"/>
              </a:spcBef>
            </a:pPr>
            <a:r>
              <a:rPr sz="2800" dirty="0">
                <a:solidFill>
                  <a:srgbClr val="343D4B"/>
                </a:solidFill>
                <a:latin typeface="Arial"/>
                <a:cs typeface="Arial"/>
              </a:rPr>
              <a:t>Ne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m</a:t>
            </a:r>
            <a:r>
              <a:rPr sz="2800" spc="27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343D4B"/>
                </a:solidFill>
                <a:latin typeface="Arial"/>
                <a:cs typeface="Arial"/>
              </a:rPr>
              <a:t>egy</a:t>
            </a:r>
            <a:r>
              <a:rPr sz="2800" spc="20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bonyolult</a:t>
            </a:r>
            <a:r>
              <a:rPr sz="2800" spc="54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343D4B"/>
                </a:solidFill>
                <a:latin typeface="Arial"/>
                <a:cs typeface="Arial"/>
              </a:rPr>
              <a:t>v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llalatir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ny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í</a:t>
            </a:r>
            <a:r>
              <a:rPr sz="2800" dirty="0">
                <a:solidFill>
                  <a:srgbClr val="343D4B"/>
                </a:solidFill>
                <a:latin typeface="Arial"/>
                <a:cs typeface="Arial"/>
              </a:rPr>
              <a:t>t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si</a:t>
            </a:r>
            <a:r>
              <a:rPr sz="2800" spc="13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343D4B"/>
                </a:solidFill>
                <a:latin typeface="Arial"/>
                <a:cs typeface="Arial"/>
              </a:rPr>
              <a:t>rendszer,</a:t>
            </a:r>
            <a:r>
              <a:rPr sz="2800" spc="24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43D4B"/>
                </a:solidFill>
                <a:latin typeface="Arial"/>
                <a:cs typeface="Arial"/>
              </a:rPr>
              <a:t>hanem </a:t>
            </a:r>
            <a:r>
              <a:rPr sz="2800" spc="50" dirty="0" err="1">
                <a:solidFill>
                  <a:srgbClr val="343D4B"/>
                </a:solidFill>
                <a:latin typeface="Arial"/>
                <a:cs typeface="Arial"/>
              </a:rPr>
              <a:t>egy</a:t>
            </a:r>
            <a:r>
              <a:rPr sz="2800" spc="17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75" dirty="0">
                <a:solidFill>
                  <a:srgbClr val="343D4B"/>
                </a:solidFill>
                <a:latin typeface="Arial"/>
                <a:cs typeface="Arial"/>
              </a:rPr>
              <a:t>c</a:t>
            </a:r>
            <a:r>
              <a:rPr lang="hu-HU" sz="2800" spc="75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spc="75" dirty="0" err="1">
                <a:solidFill>
                  <a:srgbClr val="343D4B"/>
                </a:solidFill>
                <a:latin typeface="Arial"/>
                <a:cs typeface="Arial"/>
              </a:rPr>
              <a:t>lzott</a:t>
            </a:r>
            <a:r>
              <a:rPr sz="2800" spc="75" dirty="0">
                <a:solidFill>
                  <a:srgbClr val="343D4B"/>
                </a:solidFill>
                <a:latin typeface="Arial"/>
                <a:cs typeface="Arial"/>
              </a:rPr>
              <a:t>,</a:t>
            </a:r>
            <a:r>
              <a:rPr sz="2800" spc="20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50" dirty="0">
                <a:solidFill>
                  <a:srgbClr val="343D4B"/>
                </a:solidFill>
                <a:latin typeface="Arial"/>
                <a:cs typeface="Arial"/>
              </a:rPr>
              <a:t>k</a:t>
            </a:r>
            <a:r>
              <a:rPr lang="hu-HU" sz="2800" spc="50" dirty="0">
                <a:solidFill>
                  <a:srgbClr val="343D4B"/>
                </a:solidFill>
                <a:latin typeface="Arial"/>
                <a:cs typeface="Arial"/>
              </a:rPr>
              <a:t>ö</a:t>
            </a:r>
            <a:r>
              <a:rPr sz="2800" spc="50" dirty="0" err="1">
                <a:solidFill>
                  <a:srgbClr val="343D4B"/>
                </a:solidFill>
                <a:latin typeface="Arial"/>
                <a:cs typeface="Arial"/>
              </a:rPr>
              <a:t>nnyen</a:t>
            </a:r>
            <a:r>
              <a:rPr sz="2800" spc="25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tanulhat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ó</a:t>
            </a:r>
            <a:r>
              <a:rPr lang="hu-HU" sz="2800" spc="229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lang="hu-HU" sz="2800" spc="5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spc="50" dirty="0">
                <a:solidFill>
                  <a:srgbClr val="343D4B"/>
                </a:solidFill>
                <a:latin typeface="Arial"/>
                <a:cs typeface="Arial"/>
              </a:rPr>
              <a:t>s</a:t>
            </a:r>
            <a:r>
              <a:rPr sz="2800" spc="18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rendk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í</a:t>
            </a:r>
            <a:r>
              <a:rPr sz="2800" dirty="0">
                <a:solidFill>
                  <a:srgbClr val="343D4B"/>
                </a:solidFill>
                <a:latin typeface="Arial"/>
                <a:cs typeface="Arial"/>
              </a:rPr>
              <a:t>v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ü</a:t>
            </a:r>
            <a:r>
              <a:rPr sz="2800" dirty="0">
                <a:solidFill>
                  <a:srgbClr val="343D4B"/>
                </a:solidFill>
                <a:latin typeface="Arial"/>
                <a:cs typeface="Arial"/>
              </a:rPr>
              <a:t>l</a:t>
            </a:r>
            <a:r>
              <a:rPr sz="2800" spc="28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50" dirty="0" err="1">
                <a:solidFill>
                  <a:srgbClr val="343D4B"/>
                </a:solidFill>
                <a:latin typeface="Arial"/>
                <a:cs typeface="Arial"/>
              </a:rPr>
              <a:t>gyors</a:t>
            </a:r>
            <a:r>
              <a:rPr sz="2800" spc="5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43D4B"/>
                </a:solidFill>
                <a:latin typeface="Arial"/>
                <a:cs typeface="Arial"/>
              </a:rPr>
              <a:t>c</a:t>
            </a:r>
            <a:r>
              <a:rPr lang="hu-HU" sz="2800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spc="-10" dirty="0" err="1">
                <a:solidFill>
                  <a:srgbClr val="343D4B"/>
                </a:solidFill>
                <a:latin typeface="Arial"/>
                <a:cs typeface="Arial"/>
              </a:rPr>
              <a:t>lszoftver</a:t>
            </a:r>
            <a:r>
              <a:rPr sz="2800" spc="-10" dirty="0">
                <a:solidFill>
                  <a:srgbClr val="343D4B"/>
                </a:solidFill>
                <a:latin typeface="Arial"/>
                <a:cs typeface="Arial"/>
              </a:rPr>
              <a:t>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082404" y="6645248"/>
            <a:ext cx="3036570" cy="877163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800" b="1" dirty="0" err="1">
                <a:solidFill>
                  <a:srgbClr val="0F1526"/>
                </a:solidFill>
                <a:latin typeface="Arial"/>
                <a:cs typeface="Arial"/>
              </a:rPr>
              <a:t>Terveze</a:t>
            </a:r>
            <a:r>
              <a:rPr lang="hu-HU" sz="2800" b="1" dirty="0" err="1">
                <a:solidFill>
                  <a:srgbClr val="0F1526"/>
                </a:solidFill>
                <a:latin typeface="Arial"/>
                <a:cs typeface="Arial"/>
              </a:rPr>
              <a:t>tt</a:t>
            </a:r>
            <a:r>
              <a:rPr sz="2800" b="1" spc="300" dirty="0">
                <a:solidFill>
                  <a:srgbClr val="0F1526"/>
                </a:solidFill>
                <a:latin typeface="Arial"/>
                <a:cs typeface="Arial"/>
              </a:rPr>
              <a:t> </a:t>
            </a:r>
            <a:r>
              <a:rPr sz="2800" b="1" spc="-10" dirty="0" err="1">
                <a:solidFill>
                  <a:srgbClr val="0F1526"/>
                </a:solidFill>
                <a:latin typeface="Arial"/>
                <a:cs typeface="Arial"/>
              </a:rPr>
              <a:t>fejleszt</a:t>
            </a:r>
            <a:r>
              <a:rPr lang="hu-HU" sz="2800" b="1" spc="-10" dirty="0">
                <a:solidFill>
                  <a:srgbClr val="0F1526"/>
                </a:solidFill>
                <a:latin typeface="Arial"/>
                <a:cs typeface="Arial"/>
              </a:rPr>
              <a:t>é</a:t>
            </a:r>
            <a:r>
              <a:rPr sz="2800" b="1" spc="-10" dirty="0" err="1">
                <a:solidFill>
                  <a:srgbClr val="0F1526"/>
                </a:solidFill>
                <a:latin typeface="Arial"/>
                <a:cs typeface="Arial"/>
              </a:rPr>
              <a:t>sek</a:t>
            </a:r>
            <a:r>
              <a:rPr sz="2800" b="1" spc="-10" dirty="0">
                <a:solidFill>
                  <a:srgbClr val="0F1526"/>
                </a:solidFill>
                <a:latin typeface="Arial"/>
                <a:cs typeface="Arial"/>
              </a:rPr>
              <a:t>: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99237" y="7778292"/>
            <a:ext cx="7922259" cy="1049005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328930" indent="-316230">
              <a:lnSpc>
                <a:spcPct val="100000"/>
              </a:lnSpc>
              <a:spcBef>
                <a:spcPts val="760"/>
              </a:spcBef>
              <a:buChar char="•"/>
              <a:tabLst>
                <a:tab pos="328930" algn="l"/>
              </a:tabLst>
            </a:pP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Automatikus</a:t>
            </a:r>
            <a:r>
              <a:rPr sz="2800" spc="50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lang="hu-HU" sz="2800" spc="75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spc="75" dirty="0" err="1">
                <a:solidFill>
                  <a:srgbClr val="343D4B"/>
                </a:solidFill>
                <a:latin typeface="Arial"/>
                <a:cs typeface="Arial"/>
              </a:rPr>
              <a:t>rtesit</a:t>
            </a:r>
            <a:r>
              <a:rPr lang="hu-HU" sz="2800" spc="75" dirty="0">
                <a:solidFill>
                  <a:srgbClr val="343D4B"/>
                </a:solidFill>
                <a:latin typeface="Arial"/>
                <a:cs typeface="Arial"/>
              </a:rPr>
              <a:t>ő</a:t>
            </a:r>
            <a:r>
              <a:rPr sz="2800" spc="26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55" dirty="0">
                <a:solidFill>
                  <a:srgbClr val="343D4B"/>
                </a:solidFill>
                <a:latin typeface="Arial"/>
                <a:cs typeface="Arial"/>
              </a:rPr>
              <a:t>e-</a:t>
            </a:r>
            <a:r>
              <a:rPr sz="2800" spc="60" dirty="0" err="1">
                <a:solidFill>
                  <a:srgbClr val="343D4B"/>
                </a:solidFill>
                <a:latin typeface="Arial"/>
                <a:cs typeface="Arial"/>
              </a:rPr>
              <a:t>mailek</a:t>
            </a:r>
            <a:r>
              <a:rPr sz="2800" spc="27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343D4B"/>
                </a:solidFill>
                <a:latin typeface="Arial"/>
                <a:cs typeface="Arial"/>
              </a:rPr>
              <a:t>k</a:t>
            </a:r>
            <a:r>
              <a:rPr lang="hu-HU" sz="2800" spc="-10" dirty="0">
                <a:solidFill>
                  <a:srgbClr val="343D4B"/>
                </a:solidFill>
                <a:latin typeface="Arial"/>
                <a:cs typeface="Arial"/>
              </a:rPr>
              <a:t>ü</a:t>
            </a:r>
            <a:r>
              <a:rPr sz="2800" spc="-10" dirty="0" err="1">
                <a:solidFill>
                  <a:srgbClr val="343D4B"/>
                </a:solidFill>
                <a:latin typeface="Arial"/>
                <a:cs typeface="Arial"/>
              </a:rPr>
              <a:t>ld</a:t>
            </a:r>
            <a:r>
              <a:rPr lang="hu-HU" sz="2800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spc="-10" dirty="0">
                <a:solidFill>
                  <a:srgbClr val="343D4B"/>
                </a:solidFill>
                <a:latin typeface="Arial"/>
                <a:cs typeface="Arial"/>
              </a:rPr>
              <a:t>se.</a:t>
            </a:r>
            <a:endParaRPr sz="2800" dirty="0">
              <a:latin typeface="Arial"/>
              <a:cs typeface="Arial"/>
            </a:endParaRPr>
          </a:p>
          <a:p>
            <a:pPr marL="326390" indent="-313690">
              <a:lnSpc>
                <a:spcPct val="100000"/>
              </a:lnSpc>
              <a:spcBef>
                <a:spcPts val="660"/>
              </a:spcBef>
              <a:buChar char="•"/>
              <a:tabLst>
                <a:tab pos="326390" algn="l"/>
              </a:tabLst>
            </a:pP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Rangsorol</a:t>
            </a:r>
            <a:r>
              <a:rPr lang="hu-HU" sz="2800" dirty="0">
                <a:solidFill>
                  <a:srgbClr val="343D4B"/>
                </a:solidFill>
                <a:latin typeface="Arial"/>
                <a:cs typeface="Arial"/>
              </a:rPr>
              <a:t>á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si</a:t>
            </a:r>
            <a:r>
              <a:rPr sz="2800" spc="49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343D4B"/>
                </a:solidFill>
                <a:latin typeface="Arial"/>
                <a:cs typeface="Arial"/>
              </a:rPr>
              <a:t>algoritmus</a:t>
            </a:r>
            <a:r>
              <a:rPr sz="2800" spc="459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2800" spc="-10" dirty="0" err="1">
                <a:solidFill>
                  <a:srgbClr val="343D4B"/>
                </a:solidFill>
                <a:latin typeface="Arial"/>
                <a:cs typeface="Arial"/>
              </a:rPr>
              <a:t>fejleszt</a:t>
            </a:r>
            <a:r>
              <a:rPr lang="hu-HU" sz="2800" spc="-10" dirty="0">
                <a:solidFill>
                  <a:srgbClr val="343D4B"/>
                </a:solidFill>
                <a:latin typeface="Arial"/>
                <a:cs typeface="Arial"/>
              </a:rPr>
              <a:t>é</a:t>
            </a:r>
            <a:r>
              <a:rPr sz="2800" spc="-10" dirty="0">
                <a:solidFill>
                  <a:srgbClr val="343D4B"/>
                </a:solidFill>
                <a:latin typeface="Arial"/>
                <a:cs typeface="Arial"/>
              </a:rPr>
              <a:t>se.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990517" y="4771436"/>
            <a:ext cx="140970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-25" dirty="0">
                <a:solidFill>
                  <a:srgbClr val="B1B1B5"/>
                </a:solidFill>
                <a:latin typeface="Arial"/>
                <a:cs typeface="Arial"/>
              </a:rPr>
              <a:t>E:l</a:t>
            </a:r>
            <a:endParaRPr sz="8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963612" y="5279372"/>
            <a:ext cx="82550" cy="1581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850" spc="-50" dirty="0">
                <a:solidFill>
                  <a:srgbClr val="B1B1B5"/>
                </a:solidFill>
                <a:latin typeface="Arial"/>
                <a:cs typeface="Arial"/>
              </a:rPr>
              <a:t>0</a:t>
            </a:r>
            <a:endParaRPr sz="8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0991239" y="5539247"/>
            <a:ext cx="123189" cy="1676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900" spc="-25" dirty="0">
                <a:solidFill>
                  <a:srgbClr val="B1B1B5"/>
                </a:solidFill>
                <a:latin typeface="Arial"/>
                <a:cs typeface="Arial"/>
              </a:rPr>
              <a:t>rg</a:t>
            </a:r>
            <a:endParaRPr sz="9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0993148" y="5814871"/>
            <a:ext cx="103505" cy="1390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50" spc="-25" dirty="0">
                <a:solidFill>
                  <a:srgbClr val="B1B1B5"/>
                </a:solidFill>
                <a:latin typeface="Arial"/>
                <a:cs typeface="Arial"/>
              </a:rPr>
              <a:t>(9</a:t>
            </a:r>
            <a:endParaRPr sz="75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12759152" y="4224125"/>
            <a:ext cx="66675" cy="12001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B1B1B5"/>
                </a:solidFill>
                <a:latin typeface="Arial"/>
                <a:cs typeface="Arial"/>
              </a:rPr>
              <a:t>0</a:t>
            </a:r>
            <a:endParaRPr sz="6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0995158" y="6043245"/>
            <a:ext cx="135890" cy="1676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900" spc="-40" dirty="0">
                <a:solidFill>
                  <a:srgbClr val="B1B1B5"/>
                </a:solidFill>
                <a:latin typeface="Arial"/>
                <a:cs typeface="Arial"/>
              </a:rPr>
              <a:t>gg</a:t>
            </a:r>
            <a:endParaRPr sz="9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1305351" y="6007808"/>
            <a:ext cx="904240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60" dirty="0">
                <a:solidFill>
                  <a:srgbClr val="4D4D54"/>
                </a:solidFill>
                <a:latin typeface="Arial"/>
                <a:cs typeface="Arial"/>
              </a:rPr>
              <a:t>Popu</a:t>
            </a:r>
            <a:r>
              <a:rPr sz="800" spc="60" dirty="0">
                <a:solidFill>
                  <a:srgbClr val="21232D"/>
                </a:solidFill>
                <a:latin typeface="Arial"/>
                <a:cs typeface="Arial"/>
              </a:rPr>
              <a:t>l</a:t>
            </a:r>
            <a:r>
              <a:rPr sz="800" spc="60" dirty="0">
                <a:solidFill>
                  <a:srgbClr val="343D4B"/>
                </a:solidFill>
                <a:latin typeface="Arial"/>
                <a:cs typeface="Arial"/>
              </a:rPr>
              <a:t>ar</a:t>
            </a:r>
            <a:r>
              <a:rPr sz="800" spc="-30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800" spc="55" dirty="0">
                <a:solidFill>
                  <a:srgbClr val="4D4D54"/>
                </a:solidFill>
                <a:latin typeface="Arial"/>
                <a:cs typeface="Arial"/>
              </a:rPr>
              <a:t>Courses</a:t>
            </a:r>
            <a:endParaRPr sz="8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3162012" y="6019620"/>
            <a:ext cx="417830" cy="11048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50" spc="-10" dirty="0">
                <a:solidFill>
                  <a:srgbClr val="797B82"/>
                </a:solidFill>
                <a:latin typeface="Arial"/>
                <a:cs typeface="Arial"/>
              </a:rPr>
              <a:t>A</a:t>
            </a:r>
            <a:r>
              <a:rPr sz="550" spc="-10" dirty="0">
                <a:solidFill>
                  <a:srgbClr val="60626B"/>
                </a:solidFill>
                <a:latin typeface="Arial"/>
                <a:cs typeface="Arial"/>
              </a:rPr>
              <a:t>ll</a:t>
            </a:r>
            <a:r>
              <a:rPr sz="550" spc="-40" dirty="0">
                <a:solidFill>
                  <a:srgbClr val="60626B"/>
                </a:solidFill>
                <a:latin typeface="Arial"/>
                <a:cs typeface="Arial"/>
              </a:rPr>
              <a:t> </a:t>
            </a:r>
            <a:r>
              <a:rPr sz="550" spc="40" dirty="0">
                <a:solidFill>
                  <a:srgbClr val="797B82"/>
                </a:solidFill>
                <a:latin typeface="Arial"/>
                <a:cs typeface="Arial"/>
              </a:rPr>
              <a:t>C</a:t>
            </a:r>
            <a:r>
              <a:rPr sz="550" spc="40" dirty="0">
                <a:solidFill>
                  <a:srgbClr val="9195A3"/>
                </a:solidFill>
                <a:latin typeface="Arial"/>
                <a:cs typeface="Arial"/>
              </a:rPr>
              <a:t>Wft.0$</a:t>
            </a:r>
            <a:endParaRPr sz="55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754368" y="6007808"/>
            <a:ext cx="860425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70" dirty="0">
                <a:solidFill>
                  <a:srgbClr val="4D4D54"/>
                </a:solidFill>
                <a:latin typeface="Arial"/>
                <a:cs typeface="Arial"/>
              </a:rPr>
              <a:t>Current</a:t>
            </a:r>
            <a:r>
              <a:rPr sz="800" spc="10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800" spc="60" dirty="0">
                <a:solidFill>
                  <a:srgbClr val="343D4B"/>
                </a:solidFill>
                <a:latin typeface="Arial"/>
                <a:cs typeface="Arial"/>
              </a:rPr>
              <a:t>Activity</a:t>
            </a:r>
            <a:endParaRPr sz="8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6205936" y="5999932"/>
            <a:ext cx="850265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dirty="0">
                <a:solidFill>
                  <a:srgbClr val="343D4B"/>
                </a:solidFill>
                <a:latin typeface="Arial"/>
                <a:cs typeface="Arial"/>
              </a:rPr>
              <a:t>Bes</a:t>
            </a:r>
            <a:r>
              <a:rPr sz="800" dirty="0">
                <a:solidFill>
                  <a:srgbClr val="21232D"/>
                </a:solidFill>
                <a:latin typeface="Arial"/>
                <a:cs typeface="Arial"/>
              </a:rPr>
              <a:t>t</a:t>
            </a:r>
            <a:r>
              <a:rPr sz="800" spc="110" dirty="0">
                <a:solidFill>
                  <a:srgbClr val="21232D"/>
                </a:solidFill>
                <a:latin typeface="Arial"/>
                <a:cs typeface="Arial"/>
              </a:rPr>
              <a:t> </a:t>
            </a:r>
            <a:r>
              <a:rPr sz="800" spc="55" dirty="0">
                <a:solidFill>
                  <a:srgbClr val="343D4B"/>
                </a:solidFill>
                <a:latin typeface="Arial"/>
                <a:cs typeface="Arial"/>
              </a:rPr>
              <a:t>Instructors</a:t>
            </a:r>
            <a:endParaRPr sz="8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8214502" y="6011745"/>
            <a:ext cx="262255" cy="12001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20" dirty="0">
                <a:solidFill>
                  <a:srgbClr val="9195A3"/>
                </a:solidFill>
                <a:latin typeface="Times New Roman"/>
                <a:cs typeface="Times New Roman"/>
              </a:rPr>
              <a:t>SOO</a:t>
            </a:r>
            <a:r>
              <a:rPr sz="600" spc="-20" dirty="0">
                <a:solidFill>
                  <a:srgbClr val="797B82"/>
                </a:solidFill>
                <a:latin typeface="Times New Roman"/>
                <a:cs typeface="Times New Roman"/>
              </a:rPr>
              <a:t>A</a:t>
            </a:r>
            <a:r>
              <a:rPr sz="600" spc="-20" dirty="0">
                <a:solidFill>
                  <a:srgbClr val="B1B1B5"/>
                </a:solidFill>
                <a:latin typeface="Times New Roman"/>
                <a:cs typeface="Times New Roman"/>
              </a:rPr>
              <a:t>li</a:t>
            </a:r>
            <a:endParaRPr sz="600">
              <a:latin typeface="Times New Roman"/>
              <a:cs typeface="Times New Roman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1762577" y="6320485"/>
            <a:ext cx="600075" cy="31496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0"/>
              </a:spcBef>
            </a:pPr>
            <a:r>
              <a:rPr sz="700" dirty="0">
                <a:solidFill>
                  <a:srgbClr val="4D4D54"/>
                </a:solidFill>
                <a:latin typeface="Arial"/>
                <a:cs typeface="Arial"/>
              </a:rPr>
              <a:t>UI/UX</a:t>
            </a:r>
            <a:r>
              <a:rPr sz="700" spc="25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4D4D54"/>
                </a:solidFill>
                <a:latin typeface="Arial"/>
                <a:cs typeface="Arial"/>
              </a:rPr>
              <a:t>Design</a:t>
            </a:r>
            <a:endParaRPr sz="70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365"/>
              </a:spcBef>
            </a:pPr>
            <a:r>
              <a:rPr sz="550" dirty="0">
                <a:solidFill>
                  <a:srgbClr val="C1C1C3"/>
                </a:solidFill>
                <a:latin typeface="Times New Roman"/>
                <a:cs typeface="Times New Roman"/>
              </a:rPr>
              <a:t>30+</a:t>
            </a:r>
            <a:r>
              <a:rPr sz="550" spc="100" dirty="0">
                <a:solidFill>
                  <a:srgbClr val="C1C1C3"/>
                </a:solidFill>
                <a:latin typeface="Times New Roman"/>
                <a:cs typeface="Times New Roman"/>
              </a:rPr>
              <a:t> </a:t>
            </a:r>
            <a:r>
              <a:rPr sz="550" dirty="0">
                <a:solidFill>
                  <a:srgbClr val="C1C1C3"/>
                </a:solidFill>
                <a:latin typeface="Times New Roman"/>
                <a:cs typeface="Times New Roman"/>
              </a:rPr>
              <a:t>C0C.lr$</a:t>
            </a:r>
            <a:r>
              <a:rPr sz="550" spc="195" dirty="0">
                <a:solidFill>
                  <a:srgbClr val="C1C1C3"/>
                </a:solidFill>
                <a:latin typeface="Times New Roman"/>
                <a:cs typeface="Times New Roman"/>
              </a:rPr>
              <a:t> </a:t>
            </a:r>
            <a:r>
              <a:rPr sz="550" spc="-50" dirty="0">
                <a:solidFill>
                  <a:srgbClr val="B1B1B5"/>
                </a:solidFill>
                <a:latin typeface="Times New Roman"/>
                <a:cs typeface="Times New Roman"/>
              </a:rPr>
              <a:t>'</a:t>
            </a:r>
            <a:endParaRPr sz="550">
              <a:latin typeface="Times New Roman"/>
              <a:cs typeface="Times New Roman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2611317" y="6035371"/>
            <a:ext cx="812165" cy="10769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69240" algn="l"/>
              </a:tabLst>
            </a:pPr>
            <a:r>
              <a:rPr sz="1000" u="heavy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1000" u="heavy" spc="-170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,</a:t>
            </a:r>
            <a:r>
              <a:rPr sz="3650" u="heavy" spc="5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.</a:t>
            </a:r>
            <a:r>
              <a:rPr sz="1650" u="heavy" spc="-10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.,</a:t>
            </a:r>
            <a:r>
              <a:rPr sz="1650" u="heavy" spc="-100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,</a:t>
            </a:r>
            <a:r>
              <a:rPr sz="3000" u="heavy" spc="-755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.</a:t>
            </a:r>
            <a:r>
              <a:rPr sz="1650" u="heavy" spc="185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.</a:t>
            </a:r>
            <a:r>
              <a:rPr sz="3000" u="heavy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.</a:t>
            </a:r>
            <a:r>
              <a:rPr sz="3000" u="heavy" spc="750" dirty="0">
                <a:solidFill>
                  <a:srgbClr val="EDDF85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3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0"/>
              </a:spcBef>
            </a:pPr>
            <a:endParaRPr sz="1650">
              <a:latin typeface="Arial"/>
              <a:cs typeface="Arial"/>
            </a:endParaRPr>
          </a:p>
          <a:p>
            <a:pPr marL="279400">
              <a:lnSpc>
                <a:spcPct val="100000"/>
              </a:lnSpc>
            </a:pPr>
            <a:r>
              <a:rPr sz="450" dirty="0">
                <a:solidFill>
                  <a:srgbClr val="D399A8"/>
                </a:solidFill>
                <a:latin typeface="Arial"/>
                <a:cs typeface="Arial"/>
              </a:rPr>
              <a:t>v"&gt;!".-</a:t>
            </a:r>
            <a:r>
              <a:rPr sz="450" spc="-10" dirty="0">
                <a:solidFill>
                  <a:srgbClr val="D399A8"/>
                </a:solidFill>
                <a:latin typeface="Arial"/>
                <a:cs typeface="Arial"/>
              </a:rPr>
              <a:t>.'COI..Mr.'I</a:t>
            </a:r>
            <a:endParaRPr sz="45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13860205" y="6354307"/>
            <a:ext cx="1088390" cy="2425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3970">
              <a:lnSpc>
                <a:spcPts val="950"/>
              </a:lnSpc>
              <a:spcBef>
                <a:spcPts val="135"/>
              </a:spcBef>
            </a:pPr>
            <a:r>
              <a:rPr sz="800" spc="60" dirty="0">
                <a:solidFill>
                  <a:srgbClr val="343D4B"/>
                </a:solidFill>
                <a:latin typeface="Arial"/>
                <a:cs typeface="Arial"/>
              </a:rPr>
              <a:t>Mont</a:t>
            </a:r>
            <a:r>
              <a:rPr sz="800" spc="60" dirty="0">
                <a:solidFill>
                  <a:srgbClr val="60626B"/>
                </a:solidFill>
                <a:latin typeface="Arial"/>
                <a:cs typeface="Arial"/>
              </a:rPr>
              <a:t>h</a:t>
            </a:r>
            <a:r>
              <a:rPr sz="800" spc="60" dirty="0">
                <a:solidFill>
                  <a:srgbClr val="343D4B"/>
                </a:solidFill>
                <a:latin typeface="Arial"/>
                <a:cs typeface="Arial"/>
              </a:rPr>
              <a:t>ly</a:t>
            </a:r>
            <a:r>
              <a:rPr sz="800" spc="-1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rgbClr val="4D4D54"/>
                </a:solidFill>
                <a:latin typeface="Arial"/>
                <a:cs typeface="Arial"/>
              </a:rPr>
              <a:t>Progress</a:t>
            </a:r>
            <a:endParaRPr sz="800">
              <a:latin typeface="Arial"/>
              <a:cs typeface="Arial"/>
            </a:endParaRPr>
          </a:p>
          <a:p>
            <a:pPr marL="12700">
              <a:lnSpc>
                <a:spcPts val="710"/>
              </a:lnSpc>
            </a:pPr>
            <a:r>
              <a:rPr sz="550" spc="-10" dirty="0">
                <a:solidFill>
                  <a:srgbClr val="C1C1C3"/>
                </a:solidFill>
                <a:latin typeface="Arial"/>
                <a:cs typeface="Arial"/>
              </a:rPr>
              <a:t>Thi,;.</a:t>
            </a: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is</a:t>
            </a:r>
            <a:r>
              <a:rPr sz="600" spc="160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550" dirty="0">
                <a:solidFill>
                  <a:srgbClr val="C1C1C3"/>
                </a:solidFill>
                <a:latin typeface="Arial"/>
                <a:cs typeface="Arial"/>
              </a:rPr>
              <a:t>U'IPllotest</a:t>
            </a:r>
            <a:r>
              <a:rPr sz="550" spc="5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550" spc="-10" dirty="0">
                <a:solidFill>
                  <a:srgbClr val="C1C1C3"/>
                </a:solidFill>
                <a:latin typeface="Arial"/>
                <a:cs typeface="Arial"/>
              </a:rPr>
              <a:t>tmprovl.!'ment</a:t>
            </a:r>
            <a:endParaRPr sz="55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6322490" y="6204682"/>
            <a:ext cx="261620" cy="1628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7625">
              <a:lnSpc>
                <a:spcPts val="3130"/>
              </a:lnSpc>
              <a:spcBef>
                <a:spcPts val="95"/>
              </a:spcBef>
            </a:pPr>
            <a:r>
              <a:rPr sz="2950" spc="-1700" dirty="0">
                <a:solidFill>
                  <a:srgbClr val="4F3B2A"/>
                </a:solidFill>
                <a:latin typeface="Arial"/>
                <a:cs typeface="Arial"/>
              </a:rPr>
              <a:t>=</a:t>
            </a:r>
            <a:r>
              <a:rPr sz="3150" spc="-37" baseline="-18518" dirty="0">
                <a:solidFill>
                  <a:srgbClr val="797B82"/>
                </a:solidFill>
                <a:latin typeface="Arial"/>
                <a:cs typeface="Arial"/>
              </a:rPr>
              <a:t>•</a:t>
            </a:r>
            <a:endParaRPr sz="3150" baseline="-18518">
              <a:latin typeface="Arial"/>
              <a:cs typeface="Arial"/>
            </a:endParaRPr>
          </a:p>
          <a:p>
            <a:pPr marL="38100">
              <a:lnSpc>
                <a:spcPts val="4930"/>
              </a:lnSpc>
            </a:pPr>
            <a:r>
              <a:rPr sz="550" spc="-330" dirty="0">
                <a:solidFill>
                  <a:srgbClr val="BF603B"/>
                </a:solidFill>
                <a:latin typeface="Arial"/>
                <a:cs typeface="Arial"/>
              </a:rPr>
              <a:t>�</a:t>
            </a:r>
            <a:r>
              <a:rPr sz="6675" spc="-15" baseline="-16853" dirty="0">
                <a:solidFill>
                  <a:srgbClr val="DF597C"/>
                </a:solidFill>
                <a:latin typeface="Arial"/>
                <a:cs typeface="Arial"/>
              </a:rPr>
              <a:t>-</a:t>
            </a:r>
            <a:endParaRPr sz="6675" baseline="-16853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5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5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550">
              <a:latin typeface="Arial"/>
              <a:cs typeface="Arial"/>
            </a:endParaRPr>
          </a:p>
          <a:p>
            <a:pPr marL="57150">
              <a:lnSpc>
                <a:spcPct val="100000"/>
              </a:lnSpc>
            </a:pPr>
            <a:r>
              <a:rPr sz="2200" spc="20" dirty="0">
                <a:solidFill>
                  <a:srgbClr val="6E3F18"/>
                </a:solidFill>
                <a:latin typeface="Arial"/>
                <a:cs typeface="Arial"/>
              </a:rPr>
              <a:t>0</a:t>
            </a:r>
            <a:endParaRPr sz="22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16644323" y="6336548"/>
            <a:ext cx="624205" cy="29146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375"/>
              </a:spcBef>
            </a:pPr>
            <a:r>
              <a:rPr sz="700" spc="-10" dirty="0">
                <a:solidFill>
                  <a:srgbClr val="4D4D54"/>
                </a:solidFill>
                <a:latin typeface="Arial"/>
                <a:cs typeface="Arial"/>
              </a:rPr>
              <a:t>Nil</a:t>
            </a:r>
            <a:r>
              <a:rPr sz="700" spc="130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4D4D54"/>
                </a:solidFill>
                <a:latin typeface="Arial"/>
                <a:cs typeface="Arial"/>
              </a:rPr>
              <a:t>Yeager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600" dirty="0">
                <a:solidFill>
                  <a:srgbClr val="C1C1C3"/>
                </a:solidFill>
                <a:latin typeface="Arial"/>
                <a:cs typeface="Arial"/>
              </a:rPr>
              <a:t>�</a:t>
            </a:r>
            <a:r>
              <a:rPr sz="600" spc="50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C1C1C3"/>
                </a:solidFill>
                <a:latin typeface="Arial"/>
                <a:cs typeface="Arial"/>
              </a:rPr>
              <a:t>0.-</a:t>
            </a: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..gn</a:t>
            </a:r>
            <a:r>
              <a:rPr sz="400" spc="-10" dirty="0">
                <a:solidFill>
                  <a:srgbClr val="C1C1C3"/>
                </a:solidFill>
                <a:latin typeface="Arial"/>
                <a:cs typeface="Arial"/>
              </a:rPr>
              <a:t>COUfC11</a:t>
            </a:r>
            <a:endParaRPr sz="40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8114137" y="6448806"/>
            <a:ext cx="308610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10" dirty="0">
                <a:solidFill>
                  <a:srgbClr val="797B82"/>
                </a:solidFill>
                <a:latin typeface="Arial"/>
                <a:cs typeface="Arial"/>
              </a:rPr>
              <a:t>covrse&amp;</a:t>
            </a:r>
            <a:endParaRPr sz="55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13989130" y="6759868"/>
            <a:ext cx="111125" cy="59182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3020">
              <a:lnSpc>
                <a:spcPct val="100000"/>
              </a:lnSpc>
              <a:spcBef>
                <a:spcPts val="125"/>
              </a:spcBef>
            </a:pPr>
            <a:r>
              <a:rPr sz="900" spc="-75" dirty="0">
                <a:solidFill>
                  <a:srgbClr val="C1C1C3"/>
                </a:solidFill>
                <a:latin typeface="Arial"/>
                <a:cs typeface="Arial"/>
              </a:rPr>
              <a:t>,</a:t>
            </a:r>
            <a:r>
              <a:rPr sz="2100" spc="-112" baseline="3968" dirty="0">
                <a:solidFill>
                  <a:srgbClr val="C1C1C3"/>
                </a:solidFill>
                <a:latin typeface="Arial"/>
                <a:cs typeface="Arial"/>
              </a:rPr>
              <a:t>'</a:t>
            </a:r>
            <a:r>
              <a:rPr sz="900" spc="-75" dirty="0">
                <a:solidFill>
                  <a:srgbClr val="C1C1C3"/>
                </a:solidFill>
                <a:latin typeface="Arial"/>
                <a:cs typeface="Arial"/>
              </a:rPr>
              <a:t>,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815"/>
              </a:lnSpc>
              <a:spcBef>
                <a:spcPts val="880"/>
              </a:spcBef>
            </a:pPr>
            <a:r>
              <a:rPr sz="700" spc="-25" dirty="0">
                <a:solidFill>
                  <a:srgbClr val="C1C1C3"/>
                </a:solidFill>
                <a:latin typeface="Arial"/>
                <a:cs typeface="Arial"/>
              </a:rPr>
              <a:t>_,</a:t>
            </a:r>
            <a:endParaRPr sz="700">
              <a:latin typeface="Arial"/>
              <a:cs typeface="Arial"/>
            </a:endParaRPr>
          </a:p>
          <a:p>
            <a:pPr marL="33020">
              <a:lnSpc>
                <a:spcPts val="1055"/>
              </a:lnSpc>
            </a:pPr>
            <a:r>
              <a:rPr sz="900" spc="-25" dirty="0">
                <a:solidFill>
                  <a:srgbClr val="C1C1C3"/>
                </a:solidFill>
                <a:latin typeface="Arial"/>
                <a:cs typeface="Arial"/>
              </a:rPr>
              <a:t>,,</a:t>
            </a:r>
            <a:endParaRPr sz="90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1381392" y="6700018"/>
            <a:ext cx="252729" cy="1710689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just">
              <a:lnSpc>
                <a:spcPct val="127400"/>
              </a:lnSpc>
              <a:spcBef>
                <a:spcPts val="65"/>
              </a:spcBef>
            </a:pPr>
            <a:r>
              <a:rPr sz="2900" spc="-25" dirty="0">
                <a:solidFill>
                  <a:srgbClr val="EF416E"/>
                </a:solidFill>
                <a:latin typeface="Arial"/>
                <a:cs typeface="Arial"/>
              </a:rPr>
              <a:t>II </a:t>
            </a:r>
            <a:r>
              <a:rPr sz="2900" spc="-25" dirty="0">
                <a:solidFill>
                  <a:srgbClr val="59B8A8"/>
                </a:solidFill>
                <a:latin typeface="Arial"/>
                <a:cs typeface="Arial"/>
              </a:rPr>
              <a:t>II </a:t>
            </a:r>
            <a:r>
              <a:rPr sz="2900" spc="65" dirty="0">
                <a:solidFill>
                  <a:srgbClr val="0C95E6"/>
                </a:solidFill>
                <a:latin typeface="Arial"/>
                <a:cs typeface="Arial"/>
              </a:rPr>
              <a:t>II</a:t>
            </a:r>
            <a:endParaRPr sz="29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11762938" y="6895671"/>
            <a:ext cx="478790" cy="29146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700" spc="-10" dirty="0">
                <a:solidFill>
                  <a:srgbClr val="4D4D54"/>
                </a:solidFill>
                <a:latin typeface="Arial"/>
                <a:cs typeface="Arial"/>
              </a:rPr>
              <a:t>Marlcet</a:t>
            </a:r>
            <a:r>
              <a:rPr sz="700" spc="-10" dirty="0">
                <a:solidFill>
                  <a:srgbClr val="797B82"/>
                </a:solidFill>
                <a:latin typeface="Arial"/>
                <a:cs typeface="Arial"/>
              </a:rPr>
              <a:t>l</a:t>
            </a:r>
            <a:r>
              <a:rPr sz="700" spc="-10" dirty="0">
                <a:solidFill>
                  <a:srgbClr val="60626B"/>
                </a:solidFill>
                <a:latin typeface="Arial"/>
                <a:cs typeface="Arial"/>
              </a:rPr>
              <a:t>ng</a:t>
            </a:r>
            <a:endParaRPr sz="700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254"/>
              </a:spcBef>
            </a:pP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25+courses</a:t>
            </a:r>
            <a:endParaRPr sz="600">
              <a:latin typeface="Arial"/>
              <a:cs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16650850" y="6903546"/>
            <a:ext cx="628650" cy="29146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375"/>
              </a:spcBef>
            </a:pPr>
            <a:r>
              <a:rPr sz="700" spc="20" dirty="0">
                <a:solidFill>
                  <a:srgbClr val="4D4D54"/>
                </a:solidFill>
                <a:latin typeface="Arial"/>
                <a:cs typeface="Arial"/>
              </a:rPr>
              <a:t>Theron</a:t>
            </a:r>
            <a:r>
              <a:rPr sz="700" spc="-20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700" spc="-10" dirty="0">
                <a:solidFill>
                  <a:srgbClr val="60626B"/>
                </a:solidFill>
                <a:latin typeface="Arial"/>
                <a:cs typeface="Arial"/>
              </a:rPr>
              <a:t>Tr</a:t>
            </a:r>
            <a:r>
              <a:rPr sz="700" spc="-10" dirty="0">
                <a:solidFill>
                  <a:srgbClr val="343D4B"/>
                </a:solidFill>
                <a:latin typeface="Arial"/>
                <a:cs typeface="Arial"/>
              </a:rPr>
              <a:t>um</a:t>
            </a:r>
            <a:r>
              <a:rPr sz="700" spc="-10" dirty="0">
                <a:solidFill>
                  <a:srgbClr val="60626B"/>
                </a:solidFill>
                <a:latin typeface="Arial"/>
                <a:cs typeface="Arial"/>
              </a:rPr>
              <a:t>p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600" dirty="0">
                <a:solidFill>
                  <a:srgbClr val="C1C1C3"/>
                </a:solidFill>
                <a:latin typeface="Arial"/>
                <a:cs typeface="Arial"/>
              </a:rPr>
              <a:t>5</a:t>
            </a:r>
            <a:r>
              <a:rPr sz="600" spc="15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550" spc="50" dirty="0">
                <a:solidFill>
                  <a:srgbClr val="C1C1C3"/>
                </a:solidFill>
                <a:latin typeface="Times New Roman"/>
                <a:cs typeface="Times New Roman"/>
              </a:rPr>
              <a:t>DeMgn</a:t>
            </a:r>
            <a:r>
              <a:rPr sz="550" spc="-75" dirty="0">
                <a:solidFill>
                  <a:srgbClr val="C1C1C3"/>
                </a:solidFill>
                <a:latin typeface="Times New Roman"/>
                <a:cs typeface="Times New Roman"/>
              </a:rPr>
              <a:t> </a:t>
            </a: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Coutse</a:t>
            </a:r>
            <a:endParaRPr sz="6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3469573" y="7000055"/>
            <a:ext cx="46990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50" dirty="0">
                <a:solidFill>
                  <a:srgbClr val="797B82"/>
                </a:solidFill>
                <a:latin typeface="Arial"/>
                <a:cs typeface="Arial"/>
              </a:rPr>
              <a:t>I</a:t>
            </a:r>
            <a:endParaRPr sz="55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8114137" y="7015805"/>
            <a:ext cx="311150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10" dirty="0">
                <a:solidFill>
                  <a:srgbClr val="797B82"/>
                </a:solidFill>
                <a:latin typeface="Arial"/>
                <a:cs typeface="Arial"/>
              </a:rPr>
              <a:t>courses</a:t>
            </a:r>
            <a:endParaRPr sz="55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14286653" y="7086680"/>
            <a:ext cx="536575" cy="1346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523240" algn="l"/>
              </a:tabLst>
            </a:pPr>
            <a:r>
              <a:rPr sz="700" u="sng" dirty="0">
                <a:solidFill>
                  <a:srgbClr val="C1C1C3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7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4119618" y="7378054"/>
            <a:ext cx="52705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50" dirty="0">
                <a:solidFill>
                  <a:srgbClr val="C1C1C3"/>
                </a:solidFill>
                <a:latin typeface="Times New Roman"/>
                <a:cs typeface="Times New Roman"/>
              </a:rPr>
              <a:t>I</a:t>
            </a:r>
            <a:endParaRPr sz="550">
              <a:latin typeface="Times New Roman"/>
              <a:cs typeface="Times New Roman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4435118" y="7342616"/>
            <a:ext cx="66675" cy="26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50" spc="-50" dirty="0">
                <a:solidFill>
                  <a:srgbClr val="C1C1C3"/>
                </a:solidFill>
                <a:latin typeface="Arial"/>
                <a:cs typeface="Arial"/>
              </a:rPr>
              <a:t>'</a:t>
            </a:r>
            <a:endParaRPr sz="155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4781907" y="7334742"/>
            <a:ext cx="150495" cy="24320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00" dirty="0">
                <a:solidFill>
                  <a:srgbClr val="C1C1C3"/>
                </a:solidFill>
                <a:latin typeface="Arial"/>
                <a:cs typeface="Arial"/>
              </a:rPr>
              <a:t>'</a:t>
            </a:r>
            <a:r>
              <a:rPr sz="1400" spc="-85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1050" spc="-50" dirty="0">
                <a:solidFill>
                  <a:srgbClr val="C1C1C3"/>
                </a:solidFill>
                <a:latin typeface="Arial"/>
                <a:cs typeface="Arial"/>
              </a:rPr>
              <a:t>"</a:t>
            </a:r>
            <a:endParaRPr sz="105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5833532" y="7354429"/>
            <a:ext cx="81915" cy="2197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250" spc="-50" dirty="0">
                <a:solidFill>
                  <a:srgbClr val="C1C1C3"/>
                </a:solidFill>
                <a:latin typeface="Times New Roman"/>
                <a:cs typeface="Times New Roman"/>
              </a:rPr>
              <a:t>"</a:t>
            </a:r>
            <a:endParaRPr sz="1250">
              <a:latin typeface="Times New Roman"/>
              <a:cs typeface="Times New Roman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1766354" y="7456141"/>
            <a:ext cx="442595" cy="2971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4604">
              <a:lnSpc>
                <a:spcPct val="100000"/>
              </a:lnSpc>
              <a:spcBef>
                <a:spcPts val="425"/>
              </a:spcBef>
            </a:pPr>
            <a:r>
              <a:rPr sz="700" spc="-25" dirty="0">
                <a:solidFill>
                  <a:srgbClr val="4D4D54"/>
                </a:solidFill>
                <a:latin typeface="Arial"/>
                <a:cs typeface="Arial"/>
              </a:rPr>
              <a:t>Web</a:t>
            </a:r>
            <a:r>
              <a:rPr sz="700" spc="110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700" spc="-20" dirty="0">
                <a:solidFill>
                  <a:srgbClr val="4D4D54"/>
                </a:solidFill>
                <a:latin typeface="Arial"/>
                <a:cs typeface="Arial"/>
              </a:rPr>
              <a:t>Dev.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05"/>
              </a:spcBef>
            </a:pPr>
            <a:r>
              <a:rPr sz="550" spc="45" dirty="0">
                <a:solidFill>
                  <a:srgbClr val="C1C1C3"/>
                </a:solidFill>
                <a:latin typeface="Arial"/>
                <a:cs typeface="Arial"/>
              </a:rPr>
              <a:t>'30+Cow�</a:t>
            </a:r>
            <a:endParaRPr sz="550">
              <a:latin typeface="Arial"/>
              <a:cs typeface="Aria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16650850" y="7470547"/>
            <a:ext cx="609600" cy="29146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375"/>
              </a:spcBef>
            </a:pPr>
            <a:r>
              <a:rPr sz="700" dirty="0">
                <a:solidFill>
                  <a:srgbClr val="4D4D54"/>
                </a:solidFill>
                <a:latin typeface="Arial"/>
                <a:cs typeface="Arial"/>
              </a:rPr>
              <a:t>Tyle</a:t>
            </a:r>
            <a:r>
              <a:rPr sz="700" dirty="0">
                <a:solidFill>
                  <a:srgbClr val="797B82"/>
                </a:solidFill>
                <a:latin typeface="Arial"/>
                <a:cs typeface="Arial"/>
              </a:rPr>
              <a:t>r</a:t>
            </a:r>
            <a:r>
              <a:rPr sz="700" spc="55" dirty="0">
                <a:solidFill>
                  <a:srgbClr val="797B82"/>
                </a:solidFill>
                <a:latin typeface="Arial"/>
                <a:cs typeface="Arial"/>
              </a:rPr>
              <a:t> </a:t>
            </a:r>
            <a:r>
              <a:rPr sz="700" spc="-20" dirty="0">
                <a:solidFill>
                  <a:srgbClr val="4D4D54"/>
                </a:solidFill>
                <a:latin typeface="Arial"/>
                <a:cs typeface="Arial"/>
              </a:rPr>
              <a:t>Mark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600" dirty="0">
                <a:solidFill>
                  <a:srgbClr val="C1C1C3"/>
                </a:solidFill>
                <a:latin typeface="Arial"/>
                <a:cs typeface="Arial"/>
              </a:rPr>
              <a:t>5 </a:t>
            </a:r>
            <a:r>
              <a:rPr sz="550" spc="-10" dirty="0">
                <a:solidFill>
                  <a:srgbClr val="C1C1C3"/>
                </a:solidFill>
                <a:latin typeface="Arial"/>
                <a:cs typeface="Arial"/>
              </a:rPr>
              <a:t>oe1-1gn</a:t>
            </a: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Cour.e</a:t>
            </a:r>
            <a:endParaRPr sz="6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12868743" y="7527678"/>
            <a:ext cx="319405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4460" indent="-111760">
              <a:lnSpc>
                <a:spcPct val="100000"/>
              </a:lnSpc>
              <a:spcBef>
                <a:spcPts val="135"/>
              </a:spcBef>
              <a:buSzPct val="181250"/>
              <a:buFont typeface="Arial"/>
              <a:buChar char="•"/>
              <a:tabLst>
                <a:tab pos="124460" algn="l"/>
              </a:tabLst>
            </a:pPr>
            <a:r>
              <a:rPr sz="800" dirty="0">
                <a:solidFill>
                  <a:srgbClr val="9AC6C6"/>
                </a:solidFill>
                <a:latin typeface="Times New Roman"/>
                <a:cs typeface="Times New Roman"/>
              </a:rPr>
              <a:t>.c</a:t>
            </a:r>
            <a:r>
              <a:rPr sz="800" spc="45" dirty="0">
                <a:solidFill>
                  <a:srgbClr val="9AC6C6"/>
                </a:solidFill>
                <a:latin typeface="Times New Roman"/>
                <a:cs typeface="Times New Roman"/>
              </a:rPr>
              <a:t> </a:t>
            </a:r>
            <a:r>
              <a:rPr sz="800" spc="-25" dirty="0">
                <a:solidFill>
                  <a:srgbClr val="9AC6C6"/>
                </a:solidFill>
                <a:latin typeface="Times New Roman"/>
                <a:cs typeface="Times New Roman"/>
              </a:rPr>
              <a:t>...</a:t>
            </a:r>
            <a:endParaRPr sz="800">
              <a:latin typeface="Times New Roman"/>
              <a:cs typeface="Times New Roman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3649554" y="7527678"/>
            <a:ext cx="1174750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161415" algn="l"/>
              </a:tabLst>
            </a:pPr>
            <a:r>
              <a:rPr sz="800" u="sng" dirty="0">
                <a:solidFill>
                  <a:srgbClr val="9AC6C6"/>
                </a:solidFill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endParaRPr sz="800">
              <a:latin typeface="Times New Roman"/>
              <a:cs typeface="Times New Roman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18114137" y="7574929"/>
            <a:ext cx="300990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10" dirty="0">
                <a:solidFill>
                  <a:srgbClr val="9195A3"/>
                </a:solidFill>
                <a:latin typeface="Arial"/>
                <a:cs typeface="Arial"/>
              </a:rPr>
              <a:t>c</a:t>
            </a:r>
            <a:r>
              <a:rPr sz="550" spc="-10" dirty="0">
                <a:solidFill>
                  <a:srgbClr val="797B82"/>
                </a:solidFill>
                <a:latin typeface="Arial"/>
                <a:cs typeface="Arial"/>
              </a:rPr>
              <a:t>ourse</a:t>
            </a:r>
            <a:r>
              <a:rPr sz="550" spc="-10" dirty="0">
                <a:solidFill>
                  <a:srgbClr val="60626B"/>
                </a:solidFill>
                <a:latin typeface="Arial"/>
                <a:cs typeface="Arial"/>
              </a:rPr>
              <a:t>s</a:t>
            </a:r>
            <a:endParaRPr sz="55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13797112" y="7783615"/>
            <a:ext cx="53975" cy="1485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spc="-50" dirty="0">
                <a:solidFill>
                  <a:srgbClr val="EDDF85"/>
                </a:solidFill>
                <a:latin typeface="Times New Roman"/>
                <a:cs typeface="Times New Roman"/>
              </a:rPr>
              <a:t>,</a:t>
            </a:r>
            <a:endParaRPr sz="800">
              <a:latin typeface="Times New Roman"/>
              <a:cs typeface="Times New Roman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11762640" y="8017345"/>
            <a:ext cx="608965" cy="295910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750" spc="-10" dirty="0">
                <a:solidFill>
                  <a:srgbClr val="4D4D54"/>
                </a:solidFill>
                <a:latin typeface="Arial"/>
                <a:cs typeface="Arial"/>
              </a:rPr>
              <a:t>Mathematics</a:t>
            </a:r>
            <a:endParaRPr sz="7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44"/>
              </a:spcBef>
            </a:pP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!50+</a:t>
            </a:r>
            <a:r>
              <a:rPr sz="600" spc="-80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600" spc="-10" dirty="0">
                <a:solidFill>
                  <a:srgbClr val="C1C1C3"/>
                </a:solidFill>
                <a:latin typeface="Arial"/>
                <a:cs typeface="Arial"/>
              </a:rPr>
              <a:t>Course&amp;</a:t>
            </a:r>
            <a:endParaRPr sz="60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3469573" y="8126176"/>
            <a:ext cx="48260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50" dirty="0">
                <a:solidFill>
                  <a:srgbClr val="797B82"/>
                </a:solidFill>
                <a:latin typeface="Arial"/>
                <a:cs typeface="Arial"/>
              </a:rPr>
              <a:t>I</a:t>
            </a:r>
            <a:endParaRPr sz="550">
              <a:latin typeface="Arial"/>
              <a:cs typeface="Arial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16347890" y="8092532"/>
            <a:ext cx="182880" cy="25082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550" spc="35" dirty="0">
                <a:solidFill>
                  <a:srgbClr val="8C4D2F"/>
                </a:solidFill>
                <a:latin typeface="Arial"/>
                <a:cs typeface="Arial"/>
              </a:rPr>
              <a:t>�</a:t>
            </a:r>
            <a:endParaRPr sz="550">
              <a:latin typeface="Arial"/>
              <a:cs typeface="Arial"/>
            </a:endParaRPr>
          </a:p>
          <a:p>
            <a:pPr marL="39370">
              <a:lnSpc>
                <a:spcPct val="100000"/>
              </a:lnSpc>
              <a:spcBef>
                <a:spcPts val="210"/>
              </a:spcBef>
            </a:pPr>
            <a:r>
              <a:rPr sz="550" spc="-35" dirty="0">
                <a:solidFill>
                  <a:srgbClr val="5E6B34"/>
                </a:solidFill>
                <a:latin typeface="Arial"/>
                <a:cs typeface="Arial"/>
              </a:rPr>
              <a:t>•</a:t>
            </a:r>
            <a:r>
              <a:rPr sz="550" spc="-35" dirty="0">
                <a:solidFill>
                  <a:srgbClr val="ACAE56"/>
                </a:solidFill>
                <a:latin typeface="Arial"/>
                <a:cs typeface="Arial"/>
              </a:rPr>
              <a:t>-</a:t>
            </a:r>
            <a:r>
              <a:rPr sz="550" spc="-20" dirty="0">
                <a:solidFill>
                  <a:srgbClr val="ACAE56"/>
                </a:solidFill>
                <a:latin typeface="Arial"/>
                <a:cs typeface="Arial"/>
              </a:rPr>
              <a:t>lo(</a:t>
            </a:r>
            <a:r>
              <a:rPr sz="550" spc="-20" dirty="0">
                <a:solidFill>
                  <a:srgbClr val="5E6B34"/>
                </a:solidFill>
                <a:latin typeface="Arial"/>
                <a:cs typeface="Arial"/>
              </a:rPr>
              <a:t>•</a:t>
            </a:r>
            <a:endParaRPr sz="550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16651014" y="8005732"/>
            <a:ext cx="605790" cy="31496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500"/>
              </a:spcBef>
            </a:pPr>
            <a:r>
              <a:rPr sz="700" spc="45" dirty="0">
                <a:solidFill>
                  <a:srgbClr val="4D4D54"/>
                </a:solidFill>
                <a:latin typeface="Arial"/>
                <a:cs typeface="Arial"/>
              </a:rPr>
              <a:t>Jo</a:t>
            </a:r>
            <a:r>
              <a:rPr sz="700" spc="45" dirty="0">
                <a:solidFill>
                  <a:srgbClr val="797B82"/>
                </a:solidFill>
                <a:latin typeface="Arial"/>
                <a:cs typeface="Arial"/>
              </a:rPr>
              <a:t>h</a:t>
            </a:r>
            <a:r>
              <a:rPr sz="700" spc="45" dirty="0">
                <a:solidFill>
                  <a:srgbClr val="60626B"/>
                </a:solidFill>
                <a:latin typeface="Arial"/>
                <a:cs typeface="Arial"/>
              </a:rPr>
              <a:t>enMark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65"/>
              </a:spcBef>
            </a:pPr>
            <a:r>
              <a:rPr sz="550" dirty="0">
                <a:solidFill>
                  <a:srgbClr val="C1C1C3"/>
                </a:solidFill>
                <a:latin typeface="Arial"/>
                <a:cs typeface="Arial"/>
              </a:rPr>
              <a:t>5</a:t>
            </a:r>
            <a:r>
              <a:rPr sz="550" spc="25" dirty="0">
                <a:solidFill>
                  <a:srgbClr val="C1C1C3"/>
                </a:solidFill>
                <a:latin typeface="Arial"/>
                <a:cs typeface="Arial"/>
              </a:rPr>
              <a:t> </a:t>
            </a:r>
            <a:r>
              <a:rPr sz="550" spc="-10" dirty="0">
                <a:solidFill>
                  <a:srgbClr val="C1C1C3"/>
                </a:solidFill>
                <a:latin typeface="Arial"/>
                <a:cs typeface="Arial"/>
              </a:rPr>
              <a:t>ues.ignCouJse</a:t>
            </a:r>
            <a:endParaRPr sz="550">
              <a:latin typeface="Arial"/>
              <a:cs typeface="Arial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12876093" y="8141927"/>
            <a:ext cx="473075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450" spc="-10" dirty="0">
                <a:solidFill>
                  <a:srgbClr val="83BAD1"/>
                </a:solidFill>
                <a:latin typeface="Arial"/>
                <a:cs typeface="Arial"/>
              </a:rPr>
              <a:t>'Y�NCDL'�l!S</a:t>
            </a:r>
            <a:endParaRPr sz="450">
              <a:latin typeface="Arial"/>
              <a:cs typeface="Arial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18114137" y="8126176"/>
            <a:ext cx="300990" cy="11557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550" spc="-10" dirty="0">
                <a:solidFill>
                  <a:srgbClr val="9195A3"/>
                </a:solidFill>
                <a:latin typeface="Arial"/>
                <a:cs typeface="Arial"/>
              </a:rPr>
              <a:t>c</a:t>
            </a:r>
            <a:r>
              <a:rPr sz="550" spc="-10" dirty="0">
                <a:solidFill>
                  <a:srgbClr val="797B82"/>
                </a:solidFill>
                <a:latin typeface="Arial"/>
                <a:cs typeface="Arial"/>
              </a:rPr>
              <a:t>ourses</a:t>
            </a:r>
            <a:endParaRPr sz="550">
              <a:latin typeface="Arial"/>
              <a:cs typeface="Arial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17549990" y="3542940"/>
            <a:ext cx="1119505" cy="247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50" b="1" spc="-10" dirty="0">
                <a:solidFill>
                  <a:srgbClr val="7064C8"/>
                </a:solidFill>
                <a:latin typeface="Arial"/>
                <a:cs typeface="Arial"/>
              </a:rPr>
              <a:t>C</a:t>
            </a:r>
            <a:r>
              <a:rPr sz="1450" b="1" spc="-10" dirty="0">
                <a:solidFill>
                  <a:srgbClr val="DF597C"/>
                </a:solidFill>
                <a:latin typeface="Arial"/>
                <a:cs typeface="Arial"/>
              </a:rPr>
              <a:t>·</a:t>
            </a:r>
            <a:r>
              <a:rPr sz="1450" b="1" spc="-10" dirty="0">
                <a:solidFill>
                  <a:srgbClr val="2887C3"/>
                </a:solidFill>
                <a:latin typeface="Arial"/>
                <a:cs typeface="Arial"/>
              </a:rPr>
              <a:t>·</a:t>
            </a:r>
            <a:r>
              <a:rPr sz="1450" b="1" spc="-10" dirty="0">
                <a:solidFill>
                  <a:srgbClr val="0C95E6"/>
                </a:solidFill>
                <a:latin typeface="Arial"/>
                <a:cs typeface="Arial"/>
              </a:rPr>
              <a:t>Edul</a:t>
            </a:r>
            <a:r>
              <a:rPr sz="1450" b="1" spc="-10" dirty="0">
                <a:solidFill>
                  <a:srgbClr val="319ED6"/>
                </a:solidFill>
                <a:latin typeface="Arial"/>
                <a:cs typeface="Arial"/>
              </a:rPr>
              <a:t>e</a:t>
            </a:r>
            <a:r>
              <a:rPr sz="1450" b="1" spc="-10" dirty="0">
                <a:solidFill>
                  <a:srgbClr val="0C95E6"/>
                </a:solidFill>
                <a:latin typeface="Arial"/>
                <a:cs typeface="Arial"/>
              </a:rPr>
              <a:t>arn</a:t>
            </a:r>
            <a:endParaRPr sz="1450">
              <a:latin typeface="Arial"/>
              <a:cs typeface="Arial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17053324" y="4208376"/>
            <a:ext cx="100330" cy="12001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u="sng" spc="-80" dirty="0">
                <a:solidFill>
                  <a:srgbClr val="917095"/>
                </a:solidFill>
                <a:uFill>
                  <a:solidFill>
                    <a:srgbClr val="D399A8"/>
                  </a:solidFill>
                </a:uFill>
                <a:latin typeface="Arial"/>
                <a:cs typeface="Arial"/>
              </a:rPr>
              <a:t>�</a:t>
            </a:r>
            <a:r>
              <a:rPr sz="600" u="sng" spc="-80" dirty="0">
                <a:solidFill>
                  <a:srgbClr val="D399A8"/>
                </a:solidFill>
                <a:uFill>
                  <a:solidFill>
                    <a:srgbClr val="D399A8"/>
                  </a:solidFill>
                </a:uFill>
                <a:latin typeface="Arial"/>
                <a:cs typeface="Arial"/>
              </a:rPr>
              <a:t>-</a:t>
            </a:r>
            <a:endParaRPr sz="600">
              <a:latin typeface="Arial"/>
              <a:cs typeface="Arial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17322254" y="4208376"/>
            <a:ext cx="1234440" cy="12001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  <a:tabLst>
                <a:tab pos="1058545" algn="l"/>
              </a:tabLst>
            </a:pPr>
            <a:r>
              <a:rPr sz="600" dirty="0">
                <a:solidFill>
                  <a:srgbClr val="54A1C8"/>
                </a:solidFill>
                <a:latin typeface="Arial"/>
                <a:cs typeface="Arial"/>
              </a:rPr>
              <a:t>,.</a:t>
            </a:r>
            <a:r>
              <a:rPr sz="600" spc="120" dirty="0">
                <a:solidFill>
                  <a:srgbClr val="54A1C8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54A1C8"/>
                </a:solidFill>
                <a:latin typeface="Arial"/>
                <a:cs typeface="Arial"/>
              </a:rPr>
              <a:t>""</a:t>
            </a:r>
            <a:r>
              <a:rPr sz="600" spc="300" dirty="0">
                <a:solidFill>
                  <a:srgbClr val="54A1C8"/>
                </a:solidFill>
                <a:latin typeface="Arial"/>
                <a:cs typeface="Arial"/>
              </a:rPr>
              <a:t>  </a:t>
            </a:r>
            <a:r>
              <a:rPr sz="600" spc="-10" dirty="0">
                <a:solidFill>
                  <a:srgbClr val="60626B"/>
                </a:solidFill>
                <a:latin typeface="Arial"/>
                <a:cs typeface="Arial"/>
              </a:rPr>
              <a:t>Nil</a:t>
            </a:r>
            <a:r>
              <a:rPr sz="600" spc="130" dirty="0">
                <a:solidFill>
                  <a:srgbClr val="60626B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60626B"/>
                </a:solidFill>
                <a:latin typeface="Arial"/>
                <a:cs typeface="Arial"/>
              </a:rPr>
              <a:t>Yeager</a:t>
            </a:r>
            <a:r>
              <a:rPr sz="600" spc="240" dirty="0">
                <a:solidFill>
                  <a:srgbClr val="60626B"/>
                </a:solidFill>
                <a:latin typeface="Arial"/>
                <a:cs typeface="Arial"/>
              </a:rPr>
              <a:t>  </a:t>
            </a:r>
            <a:r>
              <a:rPr sz="600" spc="40" dirty="0">
                <a:solidFill>
                  <a:srgbClr val="8C4D2F"/>
                </a:solidFill>
                <a:latin typeface="Arial"/>
                <a:cs typeface="Arial"/>
              </a:rPr>
              <a:t>�</a:t>
            </a:r>
            <a:r>
              <a:rPr sz="600" dirty="0">
                <a:solidFill>
                  <a:srgbClr val="8C4D2F"/>
                </a:solidFill>
                <a:latin typeface="Arial"/>
                <a:cs typeface="Arial"/>
              </a:rPr>
              <a:t>	</a:t>
            </a:r>
            <a:r>
              <a:rPr sz="600" spc="-35" dirty="0">
                <a:solidFill>
                  <a:srgbClr val="54A1C8"/>
                </a:solidFill>
                <a:latin typeface="Arial"/>
                <a:cs typeface="Arial"/>
              </a:rPr>
              <a:t>1</a:t>
            </a:r>
            <a:r>
              <a:rPr sz="600" spc="-35" dirty="0">
                <a:solidFill>
                  <a:srgbClr val="46B5EB"/>
                </a:solidFill>
                <a:latin typeface="Arial"/>
                <a:cs typeface="Arial"/>
              </a:rPr>
              <a:t>J.</a:t>
            </a:r>
            <a:r>
              <a:rPr sz="900" spc="-52" baseline="-41666" dirty="0">
                <a:solidFill>
                  <a:srgbClr val="46B5EB"/>
                </a:solidFill>
                <a:latin typeface="Arial"/>
                <a:cs typeface="Arial"/>
              </a:rPr>
              <a:t>1</a:t>
            </a:r>
            <a:r>
              <a:rPr sz="600" spc="-35" dirty="0">
                <a:solidFill>
                  <a:srgbClr val="46B5EB"/>
                </a:solidFill>
                <a:latin typeface="Arial"/>
                <a:cs typeface="Arial"/>
              </a:rPr>
              <a:t>1</a:t>
            </a:r>
            <a:endParaRPr sz="600">
              <a:latin typeface="Arial"/>
              <a:cs typeface="Arial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17349058" y="4291062"/>
            <a:ext cx="153670" cy="965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400" dirty="0">
                <a:solidFill>
                  <a:srgbClr val="54A1C8"/>
                </a:solidFill>
                <a:latin typeface="Arial"/>
                <a:cs typeface="Arial"/>
              </a:rPr>
              <a:t>I.</a:t>
            </a:r>
            <a:r>
              <a:rPr sz="400" spc="290" dirty="0">
                <a:solidFill>
                  <a:srgbClr val="54A1C8"/>
                </a:solidFill>
                <a:latin typeface="Arial"/>
                <a:cs typeface="Arial"/>
              </a:rPr>
              <a:t> </a:t>
            </a:r>
            <a:r>
              <a:rPr sz="450" i="1" spc="-25" dirty="0">
                <a:solidFill>
                  <a:srgbClr val="54A1C8"/>
                </a:solidFill>
                <a:latin typeface="Arial"/>
                <a:cs typeface="Arial"/>
              </a:rPr>
              <a:t>.J</a:t>
            </a:r>
            <a:endParaRPr sz="450">
              <a:latin typeface="Arial"/>
              <a:cs typeface="Arial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17785064" y="4192625"/>
            <a:ext cx="753110" cy="2146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  <a:tabLst>
                <a:tab pos="351790" algn="l"/>
                <a:tab pos="594995" algn="l"/>
              </a:tabLst>
            </a:pPr>
            <a:r>
              <a:rPr sz="450" spc="-10" dirty="0">
                <a:solidFill>
                  <a:srgbClr val="B1B1B5"/>
                </a:solidFill>
                <a:latin typeface="Arial"/>
                <a:cs typeface="Arial"/>
              </a:rPr>
              <a:t>A:&gt;'IN</a:t>
            </a:r>
            <a:r>
              <a:rPr sz="450" dirty="0">
                <a:solidFill>
                  <a:srgbClr val="B1B1B5"/>
                </a:solidFill>
                <a:latin typeface="Arial"/>
                <a:cs typeface="Arial"/>
              </a:rPr>
              <a:t>	</a:t>
            </a:r>
            <a:r>
              <a:rPr sz="1875" spc="-37" baseline="-26666" dirty="0">
                <a:solidFill>
                  <a:srgbClr val="9195A3"/>
                </a:solidFill>
                <a:latin typeface="Arial"/>
                <a:cs typeface="Arial"/>
              </a:rPr>
              <a:t>•</a:t>
            </a:r>
            <a:r>
              <a:rPr sz="450" spc="-25" dirty="0">
                <a:solidFill>
                  <a:srgbClr val="C89C7C"/>
                </a:solidFill>
                <a:latin typeface="Arial"/>
                <a:cs typeface="Arial"/>
              </a:rPr>
              <a:t>•</a:t>
            </a:r>
            <a:r>
              <a:rPr sz="450" dirty="0">
                <a:solidFill>
                  <a:srgbClr val="C89C7C"/>
                </a:solidFill>
                <a:latin typeface="Arial"/>
                <a:cs typeface="Arial"/>
              </a:rPr>
              <a:t>	</a:t>
            </a:r>
            <a:r>
              <a:rPr sz="450" dirty="0">
                <a:solidFill>
                  <a:srgbClr val="54A1C8"/>
                </a:solidFill>
                <a:latin typeface="Arial"/>
                <a:cs typeface="Arial"/>
              </a:rPr>
              <a:t>T</a:t>
            </a:r>
            <a:r>
              <a:rPr sz="450" spc="215" dirty="0">
                <a:solidFill>
                  <a:srgbClr val="54A1C8"/>
                </a:solidFill>
                <a:latin typeface="Arial"/>
                <a:cs typeface="Arial"/>
              </a:rPr>
              <a:t> </a:t>
            </a:r>
            <a:r>
              <a:rPr sz="450" spc="-50" dirty="0">
                <a:solidFill>
                  <a:srgbClr val="41AEC8"/>
                </a:solidFill>
                <a:latin typeface="Arial"/>
                <a:cs typeface="Arial"/>
              </a:rPr>
              <a:t>T</a:t>
            </a:r>
            <a:endParaRPr sz="450">
              <a:latin typeface="Arial"/>
              <a:cs typeface="Arial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17181951" y="4590312"/>
            <a:ext cx="1033780" cy="2794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218440">
              <a:lnSpc>
                <a:spcPct val="103299"/>
              </a:lnSpc>
              <a:spcBef>
                <a:spcPts val="105"/>
              </a:spcBef>
            </a:pPr>
            <a:r>
              <a:rPr sz="800" spc="70" dirty="0">
                <a:solidFill>
                  <a:srgbClr val="343D4B"/>
                </a:solidFill>
                <a:latin typeface="Arial"/>
                <a:cs typeface="Arial"/>
              </a:rPr>
              <a:t>Have</a:t>
            </a:r>
            <a:r>
              <a:rPr sz="800" spc="-45" dirty="0">
                <a:solidFill>
                  <a:srgbClr val="343D4B"/>
                </a:solidFill>
                <a:latin typeface="Arial"/>
                <a:cs typeface="Arial"/>
              </a:rPr>
              <a:t> </a:t>
            </a:r>
            <a:r>
              <a:rPr sz="800" spc="40" dirty="0">
                <a:solidFill>
                  <a:srgbClr val="4D4D54"/>
                </a:solidFill>
                <a:latin typeface="Arial"/>
                <a:cs typeface="Arial"/>
              </a:rPr>
              <a:t>More </a:t>
            </a:r>
            <a:r>
              <a:rPr sz="800" spc="65" dirty="0">
                <a:solidFill>
                  <a:srgbClr val="4D4D54"/>
                </a:solidFill>
                <a:latin typeface="Arial"/>
                <a:cs typeface="Arial"/>
              </a:rPr>
              <a:t>knoledge</a:t>
            </a:r>
            <a:r>
              <a:rPr sz="800" spc="-10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800" spc="50" dirty="0">
                <a:solidFill>
                  <a:srgbClr val="4D4D54"/>
                </a:solidFill>
                <a:latin typeface="Arial"/>
                <a:cs typeface="Arial"/>
              </a:rPr>
              <a:t>to</a:t>
            </a:r>
            <a:r>
              <a:rPr sz="800" spc="45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800" spc="45" dirty="0">
                <a:solidFill>
                  <a:srgbClr val="60626B"/>
                </a:solidFill>
                <a:latin typeface="Arial"/>
                <a:cs typeface="Arial"/>
              </a:rPr>
              <a:t>sha</a:t>
            </a:r>
            <a:r>
              <a:rPr sz="800" spc="45" dirty="0">
                <a:solidFill>
                  <a:srgbClr val="343D4B"/>
                </a:solidFill>
                <a:latin typeface="Arial"/>
                <a:cs typeface="Arial"/>
              </a:rPr>
              <a:t>re?</a:t>
            </a:r>
            <a:endParaRPr sz="800">
              <a:latin typeface="Arial"/>
              <a:cs typeface="Arial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17242283" y="4980274"/>
            <a:ext cx="55244" cy="161290"/>
          </a:xfrm>
          <a:custGeom>
            <a:avLst/>
            <a:gdLst/>
            <a:ahLst/>
            <a:cxnLst/>
            <a:rect l="l" t="t" r="r" b="b"/>
            <a:pathLst>
              <a:path w="55244" h="161289">
                <a:moveTo>
                  <a:pt x="55058" y="161152"/>
                </a:moveTo>
                <a:lnTo>
                  <a:pt x="0" y="161152"/>
                </a:lnTo>
                <a:lnTo>
                  <a:pt x="0" y="0"/>
                </a:lnTo>
                <a:lnTo>
                  <a:pt x="55058" y="0"/>
                </a:lnTo>
                <a:lnTo>
                  <a:pt x="55058" y="161152"/>
                </a:lnTo>
                <a:close/>
              </a:path>
            </a:pathLst>
          </a:custGeom>
          <a:solidFill>
            <a:srgbClr val="139C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80"/>
          <p:cNvSpPr txBox="1"/>
          <p:nvPr/>
        </p:nvSpPr>
        <p:spPr>
          <a:xfrm>
            <a:off x="17164352" y="4972248"/>
            <a:ext cx="1144905" cy="7924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77470">
              <a:lnSpc>
                <a:spcPct val="100000"/>
              </a:lnSpc>
              <a:spcBef>
                <a:spcPts val="130"/>
              </a:spcBef>
            </a:pPr>
            <a:r>
              <a:rPr sz="900" spc="65" dirty="0">
                <a:solidFill>
                  <a:srgbClr val="D1F6FD"/>
                </a:solidFill>
                <a:latin typeface="Arial"/>
                <a:cs typeface="Arial"/>
              </a:rPr>
              <a:t>+</a:t>
            </a:r>
            <a:r>
              <a:rPr sz="900" spc="409" dirty="0">
                <a:solidFill>
                  <a:srgbClr val="D1F6FD"/>
                </a:solidFill>
                <a:latin typeface="Arial"/>
                <a:cs typeface="Arial"/>
              </a:rPr>
              <a:t> </a:t>
            </a:r>
            <a:r>
              <a:rPr sz="600" spc="50" dirty="0">
                <a:solidFill>
                  <a:srgbClr val="67DDFD"/>
                </a:solidFill>
                <a:latin typeface="Arial"/>
                <a:cs typeface="Arial"/>
              </a:rPr>
              <a:t>Create</a:t>
            </a:r>
            <a:r>
              <a:rPr sz="600" spc="50" dirty="0">
                <a:solidFill>
                  <a:srgbClr val="9EE6FB"/>
                </a:solidFill>
                <a:latin typeface="Arial"/>
                <a:cs typeface="Arial"/>
              </a:rPr>
              <a:t>New</a:t>
            </a:r>
            <a:r>
              <a:rPr sz="600" spc="50" dirty="0">
                <a:solidFill>
                  <a:srgbClr val="67DDFD"/>
                </a:solidFill>
                <a:latin typeface="Arial"/>
                <a:cs typeface="Arial"/>
              </a:rPr>
              <a:t>Course</a:t>
            </a:r>
            <a:endParaRPr sz="6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6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6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6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864869" algn="l"/>
              </a:tabLst>
            </a:pPr>
            <a:r>
              <a:rPr sz="1650" spc="85" dirty="0">
                <a:solidFill>
                  <a:srgbClr val="4D4D54"/>
                </a:solidFill>
                <a:latin typeface="Arial"/>
                <a:cs typeface="Arial"/>
              </a:rPr>
              <a:t>5</a:t>
            </a:r>
            <a:r>
              <a:rPr sz="1650" dirty="0">
                <a:solidFill>
                  <a:srgbClr val="4D4D54"/>
                </a:solidFill>
                <a:latin typeface="Arial"/>
                <a:cs typeface="Arial"/>
              </a:rPr>
              <a:t>	</a:t>
            </a:r>
            <a:r>
              <a:rPr sz="1650" spc="105" dirty="0">
                <a:solidFill>
                  <a:srgbClr val="60626B"/>
                </a:solidFill>
                <a:latin typeface="Arial"/>
                <a:cs typeface="Arial"/>
              </a:rPr>
              <a:t>25</a:t>
            </a:r>
            <a:endParaRPr sz="1650">
              <a:latin typeface="Arial"/>
              <a:cs typeface="Arial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11413332" y="8630175"/>
            <a:ext cx="1414780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dirty="0">
                <a:solidFill>
                  <a:srgbClr val="343D4B"/>
                </a:solidFill>
                <a:latin typeface="Arial"/>
                <a:cs typeface="Arial"/>
              </a:rPr>
              <a:t>To</a:t>
            </a:r>
            <a:r>
              <a:rPr sz="800" dirty="0">
                <a:solidFill>
                  <a:srgbClr val="60626B"/>
                </a:solidFill>
                <a:latin typeface="Arial"/>
                <a:cs typeface="Arial"/>
              </a:rPr>
              <a:t>p</a:t>
            </a:r>
            <a:r>
              <a:rPr sz="800" spc="130" dirty="0">
                <a:solidFill>
                  <a:srgbClr val="60626B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60626B"/>
                </a:solidFill>
                <a:latin typeface="Arial"/>
                <a:cs typeface="Arial"/>
              </a:rPr>
              <a:t>5</a:t>
            </a:r>
            <a:r>
              <a:rPr sz="800" spc="80" dirty="0">
                <a:solidFill>
                  <a:srgbClr val="60626B"/>
                </a:solidFill>
                <a:latin typeface="Arial"/>
                <a:cs typeface="Arial"/>
              </a:rPr>
              <a:t> </a:t>
            </a:r>
            <a:r>
              <a:rPr sz="800" spc="55" dirty="0">
                <a:solidFill>
                  <a:srgbClr val="4D4D54"/>
                </a:solidFill>
                <a:latin typeface="Arial"/>
                <a:cs typeface="Arial"/>
              </a:rPr>
              <a:t>School</a:t>
            </a:r>
            <a:r>
              <a:rPr sz="800" spc="-35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800" spc="55" dirty="0">
                <a:solidFill>
                  <a:srgbClr val="4D4D54"/>
                </a:solidFill>
                <a:latin typeface="Arial"/>
                <a:cs typeface="Arial"/>
              </a:rPr>
              <a:t>Performance</a:t>
            </a:r>
            <a:endParaRPr sz="800">
              <a:latin typeface="Arial"/>
              <a:cs typeface="Arial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15083837" y="8630175"/>
            <a:ext cx="1307465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50" dirty="0">
                <a:solidFill>
                  <a:srgbClr val="4D4D54"/>
                </a:solidFill>
                <a:latin typeface="Arial"/>
                <a:cs typeface="Arial"/>
              </a:rPr>
              <a:t>Overall</a:t>
            </a:r>
            <a:r>
              <a:rPr sz="800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343D4B"/>
                </a:solidFill>
                <a:latin typeface="Arial"/>
                <a:cs typeface="Arial"/>
              </a:rPr>
              <a:t>Pa</a:t>
            </a:r>
            <a:r>
              <a:rPr sz="800" dirty="0">
                <a:solidFill>
                  <a:srgbClr val="60626B"/>
                </a:solidFill>
                <a:latin typeface="Arial"/>
                <a:cs typeface="Arial"/>
              </a:rPr>
              <a:t>ss</a:t>
            </a:r>
            <a:r>
              <a:rPr sz="800" spc="50" dirty="0">
                <a:solidFill>
                  <a:srgbClr val="60626B"/>
                </a:solidFill>
                <a:latin typeface="Arial"/>
                <a:cs typeface="Arial"/>
              </a:rPr>
              <a:t> </a:t>
            </a:r>
            <a:r>
              <a:rPr sz="800" spc="55" dirty="0">
                <a:solidFill>
                  <a:srgbClr val="60626B"/>
                </a:solidFill>
                <a:latin typeface="Arial"/>
                <a:cs typeface="Arial"/>
              </a:rPr>
              <a:t>Percent</a:t>
            </a:r>
            <a:r>
              <a:rPr sz="800" spc="55" dirty="0">
                <a:solidFill>
                  <a:srgbClr val="343D4B"/>
                </a:solidFill>
                <a:latin typeface="Arial"/>
                <a:cs typeface="Arial"/>
              </a:rPr>
              <a:t>age</a:t>
            </a:r>
            <a:endParaRPr sz="800">
              <a:latin typeface="Arial"/>
              <a:cs typeface="Arial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16916271" y="8630175"/>
            <a:ext cx="824230" cy="1530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800" spc="85" dirty="0">
                <a:solidFill>
                  <a:srgbClr val="4D4D54"/>
                </a:solidFill>
                <a:latin typeface="Arial"/>
                <a:cs typeface="Arial"/>
              </a:rPr>
              <a:t>Content</a:t>
            </a:r>
            <a:r>
              <a:rPr sz="800" spc="-55" dirty="0">
                <a:solidFill>
                  <a:srgbClr val="4D4D54"/>
                </a:solidFill>
                <a:latin typeface="Arial"/>
                <a:cs typeface="Arial"/>
              </a:rPr>
              <a:t> </a:t>
            </a:r>
            <a:r>
              <a:rPr sz="800" spc="50" dirty="0">
                <a:solidFill>
                  <a:srgbClr val="60626B"/>
                </a:solidFill>
                <a:latin typeface="Arial"/>
                <a:cs typeface="Arial"/>
              </a:rPr>
              <a:t>Usage</a:t>
            </a:r>
            <a:endParaRPr sz="800">
              <a:latin typeface="Arial"/>
              <a:cs typeface="Arial"/>
            </a:endParaRPr>
          </a:p>
        </p:txBody>
      </p:sp>
      <p:sp>
        <p:nvSpPr>
          <p:cNvPr id="85" name="Cím 84">
            <a:extLst>
              <a:ext uri="{FF2B5EF4-FFF2-40B4-BE49-F238E27FC236}">
                <a16:creationId xmlns:a16="http://schemas.microsoft.com/office/drawing/2014/main" id="{3A5ACA5C-1FAD-44A5-A25A-11678CD2F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2404" y="1353864"/>
            <a:ext cx="8970228" cy="762000"/>
          </a:xfrm>
        </p:spPr>
        <p:txBody>
          <a:bodyPr/>
          <a:lstStyle/>
          <a:p>
            <a:r>
              <a:rPr lang="hu-HU" dirty="0"/>
              <a:t>ÖSSZEGZÉS ÉS JÖVŐKÉP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4024"/>
            <a:ext cx="20104052" cy="11261303"/>
            <a:chOff x="0" y="2"/>
            <a:chExt cx="20104052" cy="11261303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2"/>
              <a:ext cx="20104052" cy="382241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827326"/>
              <a:ext cx="20104052" cy="7433979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3921464" y="3806752"/>
            <a:ext cx="243840" cy="7061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450" spc="90" dirty="0">
                <a:solidFill>
                  <a:srgbClr val="182134"/>
                </a:solidFill>
                <a:latin typeface="Arial"/>
                <a:cs typeface="Arial"/>
              </a:rPr>
              <a:t>•</a:t>
            </a:r>
            <a:endParaRPr sz="44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867734" y="3806752"/>
            <a:ext cx="243840" cy="7061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450" spc="90" dirty="0">
                <a:solidFill>
                  <a:srgbClr val="182134"/>
                </a:solidFill>
                <a:latin typeface="Arial"/>
                <a:cs typeface="Arial"/>
              </a:rPr>
              <a:t>•</a:t>
            </a:r>
            <a:endParaRPr sz="44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897015" y="3775251"/>
            <a:ext cx="243840" cy="70612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4450" spc="90" dirty="0">
                <a:solidFill>
                  <a:srgbClr val="182134"/>
                </a:solidFill>
                <a:latin typeface="Arial"/>
                <a:cs typeface="Arial"/>
              </a:rPr>
              <a:t>•</a:t>
            </a:r>
            <a:endParaRPr sz="44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1232</Words>
  <Application>Microsoft Office PowerPoint</Application>
  <PresentationFormat>Egyéni</PresentationFormat>
  <Paragraphs>212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PowerPoint-bemutató</vt:lpstr>
      <vt:lpstr>MIÉRT VAN SZÜKSÉG A FELVEO-RA?</vt:lpstr>
      <vt:lpstr>TÉMAMAGADÁS:FELVEO</vt:lpstr>
      <vt:lpstr>ADATKEZELÉS: INTELLIGENS IMPORT</vt:lpstr>
      <vt:lpstr>EREDMÉNYEK &amp; DOLGOZATOK</vt:lpstr>
      <vt:lpstr>PowerPoint-bemutató</vt:lpstr>
      <vt:lpstr>ADATBÁZIS ARCHITEKTÚRA</vt:lpstr>
      <vt:lpstr>PowerPoint-bemutató</vt:lpstr>
      <vt:lpstr>BIZTONSÁG ÉS MEGBÍZHATÓSÁG</vt:lpstr>
      <vt:lpstr>PowerPoint-bemutató</vt:lpstr>
      <vt:lpstr>ÖSSZEGZÉS ÉS JÖVŐKÉP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lastModifiedBy>Fotelharc0s</cp:lastModifiedBy>
  <cp:revision>20</cp:revision>
  <dcterms:created xsi:type="dcterms:W3CDTF">2026-04-14T09:21:34Z</dcterms:created>
  <dcterms:modified xsi:type="dcterms:W3CDTF">2026-04-21T07:37:13Z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2026-04-14T00:00:00Z</vt:filetime>
  </property>
  <property fmtid="{D5CDD505-2E9C-101B-9397-08002B2CF9AE}" pid="3" name="LastSaved">
    <vt:filetime>2026-04-14T00:00:00Z</vt:filetime>
  </property>
</Properties>
</file>